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50" r:id="rId5"/>
    <p:sldMasterId id="2147483652" r:id="rId6"/>
    <p:sldMasterId id="2147483654" r:id="rId7"/>
    <p:sldMasterId id="2147483680" r:id="rId8"/>
    <p:sldMasterId id="2147483661" r:id="rId9"/>
    <p:sldMasterId id="2147483674" r:id="rId10"/>
    <p:sldMasterId id="2147483678" r:id="rId11"/>
  </p:sldMasterIdLst>
  <p:notesMasterIdLst>
    <p:notesMasterId r:id="rId24"/>
  </p:notesMasterIdLst>
  <p:sldIdLst>
    <p:sldId id="270" r:id="rId12"/>
    <p:sldId id="262" r:id="rId13"/>
    <p:sldId id="276" r:id="rId14"/>
    <p:sldId id="289" r:id="rId15"/>
    <p:sldId id="293" r:id="rId16"/>
    <p:sldId id="292" r:id="rId17"/>
    <p:sldId id="283" r:id="rId18"/>
    <p:sldId id="285" r:id="rId19"/>
    <p:sldId id="288" r:id="rId20"/>
    <p:sldId id="286" r:id="rId21"/>
    <p:sldId id="294" r:id="rId22"/>
    <p:sldId id="295" r:id="rId2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" id="{51E761BD-1349-2D4D-9872-AF8908827C29}">
          <p14:sldIdLst>
            <p14:sldId id="270"/>
            <p14:sldId id="262"/>
            <p14:sldId id="276"/>
            <p14:sldId id="289"/>
            <p14:sldId id="293"/>
            <p14:sldId id="292"/>
            <p14:sldId id="283"/>
            <p14:sldId id="285"/>
            <p14:sldId id="288"/>
            <p14:sldId id="286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869" userDrawn="1">
          <p15:clr>
            <a:srgbClr val="A4A3A4"/>
          </p15:clr>
        </p15:guide>
        <p15:guide id="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EC287-FECC-49E1-807C-32D8B95CAFC6}" v="56" dt="2024-05-30T11:50:57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51" autoAdjust="0"/>
    <p:restoredTop sz="94676"/>
  </p:normalViewPr>
  <p:slideViewPr>
    <p:cSldViewPr snapToGrid="0" snapToObjects="1" showGuides="1">
      <p:cViewPr varScale="1">
        <p:scale>
          <a:sx n="110" d="100"/>
          <a:sy n="110" d="100"/>
        </p:scale>
        <p:origin x="216" y="76"/>
      </p:cViewPr>
      <p:guideLst>
        <p:guide orient="horz" pos="2160"/>
        <p:guide pos="869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üss RM, Remi" userId="0a54d0de-b609-4555-b731-bb7267ce5668" providerId="ADAL" clId="{DA181369-5D7E-48A7-93D0-F82AF445A779}"/>
    <pc:docChg chg="delSld modSld modSection">
      <pc:chgData name="Thüss RM, Remi" userId="0a54d0de-b609-4555-b731-bb7267ce5668" providerId="ADAL" clId="{DA181369-5D7E-48A7-93D0-F82AF445A779}" dt="2023-05-09T13:46:45.262" v="2" actId="20577"/>
      <pc:docMkLst>
        <pc:docMk/>
      </pc:docMkLst>
      <pc:sldChg chg="modSp mod">
        <pc:chgData name="Thüss RM, Remi" userId="0a54d0de-b609-4555-b731-bb7267ce5668" providerId="ADAL" clId="{DA181369-5D7E-48A7-93D0-F82AF445A779}" dt="2023-05-09T13:46:35.311" v="0" actId="20577"/>
        <pc:sldMkLst>
          <pc:docMk/>
          <pc:sldMk cId="1631541359" sldId="262"/>
        </pc:sldMkLst>
        <pc:spChg chg="mod">
          <ac:chgData name="Thüss RM, Remi" userId="0a54d0de-b609-4555-b731-bb7267ce5668" providerId="ADAL" clId="{DA181369-5D7E-48A7-93D0-F82AF445A779}" dt="2023-05-09T13:46:35.311" v="0" actId="20577"/>
          <ac:spMkLst>
            <pc:docMk/>
            <pc:sldMk cId="1631541359" sldId="262"/>
            <ac:spMk id="6" creationId="{5607DDF2-4BD5-AE44-B338-9D054C7D1C9E}"/>
          </ac:spMkLst>
        </pc:spChg>
      </pc:sldChg>
      <pc:sldChg chg="modSp mod">
        <pc:chgData name="Thüss RM, Remi" userId="0a54d0de-b609-4555-b731-bb7267ce5668" providerId="ADAL" clId="{DA181369-5D7E-48A7-93D0-F82AF445A779}" dt="2023-05-09T13:46:45.262" v="2" actId="20577"/>
        <pc:sldMkLst>
          <pc:docMk/>
          <pc:sldMk cId="3023644067" sldId="264"/>
        </pc:sldMkLst>
        <pc:spChg chg="mod">
          <ac:chgData name="Thüss RM, Remi" userId="0a54d0de-b609-4555-b731-bb7267ce5668" providerId="ADAL" clId="{DA181369-5D7E-48A7-93D0-F82AF445A779}" dt="2023-05-09T13:46:45.262" v="2" actId="20577"/>
          <ac:spMkLst>
            <pc:docMk/>
            <pc:sldMk cId="3023644067" sldId="264"/>
            <ac:spMk id="7" creationId="{0939731C-28E0-004F-98AB-84BD09FFDA9F}"/>
          </ac:spMkLst>
        </pc:spChg>
      </pc:sldChg>
      <pc:sldChg chg="del">
        <pc:chgData name="Thüss RM, Remi" userId="0a54d0de-b609-4555-b731-bb7267ce5668" providerId="ADAL" clId="{DA181369-5D7E-48A7-93D0-F82AF445A779}" dt="2023-05-09T13:46:41.337" v="1" actId="47"/>
        <pc:sldMkLst>
          <pc:docMk/>
          <pc:sldMk cId="2701982780" sldId="275"/>
        </pc:sldMkLst>
      </pc:sldChg>
      <pc:sldChg chg="del">
        <pc:chgData name="Thüss RM, Remi" userId="0a54d0de-b609-4555-b731-bb7267ce5668" providerId="ADAL" clId="{DA181369-5D7E-48A7-93D0-F82AF445A779}" dt="2023-05-09T13:46:41.337" v="1" actId="47"/>
        <pc:sldMkLst>
          <pc:docMk/>
          <pc:sldMk cId="3650350678" sldId="276"/>
        </pc:sldMkLst>
      </pc:sldChg>
      <pc:sldChg chg="del">
        <pc:chgData name="Thüss RM, Remi" userId="0a54d0de-b609-4555-b731-bb7267ce5668" providerId="ADAL" clId="{DA181369-5D7E-48A7-93D0-F82AF445A779}" dt="2023-05-09T13:46:41.337" v="1" actId="47"/>
        <pc:sldMkLst>
          <pc:docMk/>
          <pc:sldMk cId="153556328" sldId="277"/>
        </pc:sldMkLst>
      </pc:sldChg>
      <pc:sldChg chg="del">
        <pc:chgData name="Thüss RM, Remi" userId="0a54d0de-b609-4555-b731-bb7267ce5668" providerId="ADAL" clId="{DA181369-5D7E-48A7-93D0-F82AF445A779}" dt="2023-05-09T13:46:41.337" v="1" actId="47"/>
        <pc:sldMkLst>
          <pc:docMk/>
          <pc:sldMk cId="829720153" sldId="278"/>
        </pc:sldMkLst>
      </pc:sldChg>
      <pc:sldChg chg="del">
        <pc:chgData name="Thüss RM, Remi" userId="0a54d0de-b609-4555-b731-bb7267ce5668" providerId="ADAL" clId="{DA181369-5D7E-48A7-93D0-F82AF445A779}" dt="2023-05-09T13:46:41.337" v="1" actId="47"/>
        <pc:sldMkLst>
          <pc:docMk/>
          <pc:sldMk cId="1579076053" sldId="279"/>
        </pc:sldMkLst>
      </pc:sldChg>
      <pc:sldChg chg="del">
        <pc:chgData name="Thüss RM, Remi" userId="0a54d0de-b609-4555-b731-bb7267ce5668" providerId="ADAL" clId="{DA181369-5D7E-48A7-93D0-F82AF445A779}" dt="2023-05-09T13:46:41.337" v="1" actId="47"/>
        <pc:sldMkLst>
          <pc:docMk/>
          <pc:sldMk cId="2358882096" sldId="280"/>
        </pc:sldMkLst>
      </pc:sldChg>
    </pc:docChg>
  </pc:docChgLst>
  <pc:docChgLst>
    <pc:chgData name="Thüss RM, Remi" userId="0a54d0de-b609-4555-b731-bb7267ce5668" providerId="ADAL" clId="{D5D36540-6B4B-44B0-9688-20188B42C834}"/>
    <pc:docChg chg="undo custSel addSld delSld modSld sldOrd modSection">
      <pc:chgData name="Thüss RM, Remi" userId="0a54d0de-b609-4555-b731-bb7267ce5668" providerId="ADAL" clId="{D5D36540-6B4B-44B0-9688-20188B42C834}" dt="2024-05-24T08:33:58.957" v="915"/>
      <pc:docMkLst>
        <pc:docMk/>
      </pc:docMkLst>
      <pc:sldChg chg="modSp mod ord">
        <pc:chgData name="Thüss RM, Remi" userId="0a54d0de-b609-4555-b731-bb7267ce5668" providerId="ADAL" clId="{D5D36540-6B4B-44B0-9688-20188B42C834}" dt="2024-05-24T08:33:58.957" v="915"/>
        <pc:sldMkLst>
          <pc:docMk/>
          <pc:sldMk cId="1631541359" sldId="262"/>
        </pc:sldMkLst>
        <pc:spChg chg="mod">
          <ac:chgData name="Thüss RM, Remi" userId="0a54d0de-b609-4555-b731-bb7267ce5668" providerId="ADAL" clId="{D5D36540-6B4B-44B0-9688-20188B42C834}" dt="2024-05-21T18:40:51.821" v="379" actId="20577"/>
          <ac:spMkLst>
            <pc:docMk/>
            <pc:sldMk cId="1631541359" sldId="262"/>
            <ac:spMk id="6" creationId="{5607DDF2-4BD5-AE44-B338-9D054C7D1C9E}"/>
          </ac:spMkLst>
        </pc:spChg>
      </pc:sldChg>
      <pc:sldChg chg="del">
        <pc:chgData name="Thüss RM, Remi" userId="0a54d0de-b609-4555-b731-bb7267ce5668" providerId="ADAL" clId="{D5D36540-6B4B-44B0-9688-20188B42C834}" dt="2024-05-21T18:44:04.591" v="440" actId="47"/>
        <pc:sldMkLst>
          <pc:docMk/>
          <pc:sldMk cId="4271081393" sldId="271"/>
        </pc:sldMkLst>
      </pc:sldChg>
      <pc:sldChg chg="modSp del mod">
        <pc:chgData name="Thüss RM, Remi" userId="0a54d0de-b609-4555-b731-bb7267ce5668" providerId="ADAL" clId="{D5D36540-6B4B-44B0-9688-20188B42C834}" dt="2024-05-21T18:21:18.142" v="167" actId="47"/>
        <pc:sldMkLst>
          <pc:docMk/>
          <pc:sldMk cId="2166838185" sldId="282"/>
        </pc:sldMkLst>
        <pc:spChg chg="mod">
          <ac:chgData name="Thüss RM, Remi" userId="0a54d0de-b609-4555-b731-bb7267ce5668" providerId="ADAL" clId="{D5D36540-6B4B-44B0-9688-20188B42C834}" dt="2024-05-21T18:20:03.737" v="156" actId="20577"/>
          <ac:spMkLst>
            <pc:docMk/>
            <pc:sldMk cId="2166838185" sldId="282"/>
            <ac:spMk id="6" creationId="{5607DDF2-4BD5-AE44-B338-9D054C7D1C9E}"/>
          </ac:spMkLst>
        </pc:spChg>
      </pc:sldChg>
      <pc:sldChg chg="modSp mod">
        <pc:chgData name="Thüss RM, Remi" userId="0a54d0de-b609-4555-b731-bb7267ce5668" providerId="ADAL" clId="{D5D36540-6B4B-44B0-9688-20188B42C834}" dt="2024-05-21T18:53:39.848" v="864"/>
        <pc:sldMkLst>
          <pc:docMk/>
          <pc:sldMk cId="1648753871" sldId="283"/>
        </pc:sldMkLst>
        <pc:spChg chg="mod">
          <ac:chgData name="Thüss RM, Remi" userId="0a54d0de-b609-4555-b731-bb7267ce5668" providerId="ADAL" clId="{D5D36540-6B4B-44B0-9688-20188B42C834}" dt="2024-05-21T18:53:39.848" v="864"/>
          <ac:spMkLst>
            <pc:docMk/>
            <pc:sldMk cId="1648753871" sldId="283"/>
            <ac:spMk id="5" creationId="{AF22ADAA-A962-8944-AD14-23A328386956}"/>
          </ac:spMkLst>
        </pc:spChg>
        <pc:picChg chg="mod">
          <ac:chgData name="Thüss RM, Remi" userId="0a54d0de-b609-4555-b731-bb7267ce5668" providerId="ADAL" clId="{D5D36540-6B4B-44B0-9688-20188B42C834}" dt="2024-05-21T18:53:39.688" v="863" actId="1036"/>
          <ac:picMkLst>
            <pc:docMk/>
            <pc:sldMk cId="1648753871" sldId="283"/>
            <ac:picMk id="18" creationId="{A42F5519-A04E-7021-7BCF-71D56E45D21D}"/>
          </ac:picMkLst>
        </pc:picChg>
        <pc:picChg chg="mod">
          <ac:chgData name="Thüss RM, Remi" userId="0a54d0de-b609-4555-b731-bb7267ce5668" providerId="ADAL" clId="{D5D36540-6B4B-44B0-9688-20188B42C834}" dt="2024-05-21T18:53:39.688" v="863" actId="1036"/>
          <ac:picMkLst>
            <pc:docMk/>
            <pc:sldMk cId="1648753871" sldId="283"/>
            <ac:picMk id="19" creationId="{DA29E38B-D377-79AC-96E3-9A55AAB05ABB}"/>
          </ac:picMkLst>
        </pc:picChg>
        <pc:picChg chg="mod">
          <ac:chgData name="Thüss RM, Remi" userId="0a54d0de-b609-4555-b731-bb7267ce5668" providerId="ADAL" clId="{D5D36540-6B4B-44B0-9688-20188B42C834}" dt="2024-05-21T18:53:39.688" v="863" actId="1036"/>
          <ac:picMkLst>
            <pc:docMk/>
            <pc:sldMk cId="1648753871" sldId="283"/>
            <ac:picMk id="20" creationId="{5A05342A-BCE2-FAF5-12C9-3DC563906C28}"/>
          </ac:picMkLst>
        </pc:picChg>
        <pc:picChg chg="mod">
          <ac:chgData name="Thüss RM, Remi" userId="0a54d0de-b609-4555-b731-bb7267ce5668" providerId="ADAL" clId="{D5D36540-6B4B-44B0-9688-20188B42C834}" dt="2024-05-21T18:53:39.688" v="863" actId="1036"/>
          <ac:picMkLst>
            <pc:docMk/>
            <pc:sldMk cId="1648753871" sldId="283"/>
            <ac:picMk id="21" creationId="{03F67A37-5F1B-08E1-1A94-54EB2D8504A1}"/>
          </ac:picMkLst>
        </pc:picChg>
        <pc:picChg chg="mod">
          <ac:chgData name="Thüss RM, Remi" userId="0a54d0de-b609-4555-b731-bb7267ce5668" providerId="ADAL" clId="{D5D36540-6B4B-44B0-9688-20188B42C834}" dt="2024-05-21T18:53:39.688" v="863" actId="1036"/>
          <ac:picMkLst>
            <pc:docMk/>
            <pc:sldMk cId="1648753871" sldId="283"/>
            <ac:picMk id="22" creationId="{C5AEA9EF-CFF0-68D7-1882-C71FC333260C}"/>
          </ac:picMkLst>
        </pc:picChg>
      </pc:sldChg>
      <pc:sldChg chg="modSp del mod">
        <pc:chgData name="Thüss RM, Remi" userId="0a54d0de-b609-4555-b731-bb7267ce5668" providerId="ADAL" clId="{D5D36540-6B4B-44B0-9688-20188B42C834}" dt="2024-05-21T18:17:02.844" v="81" actId="47"/>
        <pc:sldMkLst>
          <pc:docMk/>
          <pc:sldMk cId="2091021530" sldId="286"/>
        </pc:sldMkLst>
        <pc:spChg chg="mod">
          <ac:chgData name="Thüss RM, Remi" userId="0a54d0de-b609-4555-b731-bb7267ce5668" providerId="ADAL" clId="{D5D36540-6B4B-44B0-9688-20188B42C834}" dt="2024-05-21T18:15:14.359" v="65" actId="20577"/>
          <ac:spMkLst>
            <pc:docMk/>
            <pc:sldMk cId="2091021530" sldId="286"/>
            <ac:spMk id="6" creationId="{5607DDF2-4BD5-AE44-B338-9D054C7D1C9E}"/>
          </ac:spMkLst>
        </pc:spChg>
      </pc:sldChg>
      <pc:sldChg chg="modSp mod">
        <pc:chgData name="Thüss RM, Remi" userId="0a54d0de-b609-4555-b731-bb7267ce5668" providerId="ADAL" clId="{D5D36540-6B4B-44B0-9688-20188B42C834}" dt="2024-05-21T18:15:58.456" v="77" actId="20577"/>
        <pc:sldMkLst>
          <pc:docMk/>
          <pc:sldMk cId="1067302815" sldId="287"/>
        </pc:sldMkLst>
        <pc:spChg chg="mod">
          <ac:chgData name="Thüss RM, Remi" userId="0a54d0de-b609-4555-b731-bb7267ce5668" providerId="ADAL" clId="{D5D36540-6B4B-44B0-9688-20188B42C834}" dt="2024-05-21T18:15:58.456" v="77" actId="20577"/>
          <ac:spMkLst>
            <pc:docMk/>
            <pc:sldMk cId="1067302815" sldId="287"/>
            <ac:spMk id="5" creationId="{AF22ADAA-A962-8944-AD14-23A328386956}"/>
          </ac:spMkLst>
        </pc:spChg>
        <pc:spChg chg="mod">
          <ac:chgData name="Thüss RM, Remi" userId="0a54d0de-b609-4555-b731-bb7267ce5668" providerId="ADAL" clId="{D5D36540-6B4B-44B0-9688-20188B42C834}" dt="2024-05-21T18:13:46.371" v="19" actId="20577"/>
          <ac:spMkLst>
            <pc:docMk/>
            <pc:sldMk cId="1067302815" sldId="287"/>
            <ac:spMk id="6" creationId="{88970A32-C9CB-99FE-8409-130DF33E589A}"/>
          </ac:spMkLst>
        </pc:spChg>
      </pc:sldChg>
      <pc:sldChg chg="addSp delSp modSp del mod">
        <pc:chgData name="Thüss RM, Remi" userId="0a54d0de-b609-4555-b731-bb7267ce5668" providerId="ADAL" clId="{D5D36540-6B4B-44B0-9688-20188B42C834}" dt="2024-05-21T18:46:25.108" v="520" actId="47"/>
        <pc:sldMkLst>
          <pc:docMk/>
          <pc:sldMk cId="1548960089" sldId="288"/>
        </pc:sldMkLst>
        <pc:spChg chg="add mod">
          <ac:chgData name="Thüss RM, Remi" userId="0a54d0de-b609-4555-b731-bb7267ce5668" providerId="ADAL" clId="{D5D36540-6B4B-44B0-9688-20188B42C834}" dt="2024-05-21T18:39:31.216" v="364" actId="20577"/>
          <ac:spMkLst>
            <pc:docMk/>
            <pc:sldMk cId="1548960089" sldId="288"/>
            <ac:spMk id="8" creationId="{326DF834-B215-B129-901C-9B19B7A83E35}"/>
          </ac:spMkLst>
        </pc:spChg>
        <pc:graphicFrameChg chg="add del">
          <ac:chgData name="Thüss RM, Remi" userId="0a54d0de-b609-4555-b731-bb7267ce5668" providerId="ADAL" clId="{D5D36540-6B4B-44B0-9688-20188B42C834}" dt="2024-05-21T18:27:01.504" v="292" actId="478"/>
          <ac:graphicFrameMkLst>
            <pc:docMk/>
            <pc:sldMk cId="1548960089" sldId="288"/>
            <ac:graphicFrameMk id="6" creationId="{5E6BA425-08CA-A56A-4CD9-40D57734FCF7}"/>
          </ac:graphicFrameMkLst>
        </pc:graphicFrameChg>
        <pc:graphicFrameChg chg="add del mod">
          <ac:chgData name="Thüss RM, Remi" userId="0a54d0de-b609-4555-b731-bb7267ce5668" providerId="ADAL" clId="{D5D36540-6B4B-44B0-9688-20188B42C834}" dt="2024-05-21T18:27:24.034" v="296" actId="21"/>
          <ac:graphicFrameMkLst>
            <pc:docMk/>
            <pc:sldMk cId="1548960089" sldId="288"/>
            <ac:graphicFrameMk id="7" creationId="{65CCCF16-EA25-C2EF-9F94-588A814605B0}"/>
          </ac:graphicFrameMkLst>
        </pc:graphicFrameChg>
      </pc:sldChg>
      <pc:sldChg chg="del">
        <pc:chgData name="Thüss RM, Remi" userId="0a54d0de-b609-4555-b731-bb7267ce5668" providerId="ADAL" clId="{D5D36540-6B4B-44B0-9688-20188B42C834}" dt="2024-05-21T18:23:29.295" v="290" actId="47"/>
        <pc:sldMkLst>
          <pc:docMk/>
          <pc:sldMk cId="3267954882" sldId="289"/>
        </pc:sldMkLst>
      </pc:sldChg>
      <pc:sldChg chg="modSp mod">
        <pc:chgData name="Thüss RM, Remi" userId="0a54d0de-b609-4555-b731-bb7267ce5668" providerId="ADAL" clId="{D5D36540-6B4B-44B0-9688-20188B42C834}" dt="2024-05-21T18:15:53.770" v="75" actId="20577"/>
        <pc:sldMkLst>
          <pc:docMk/>
          <pc:sldMk cId="1295592719" sldId="290"/>
        </pc:sldMkLst>
        <pc:spChg chg="mod">
          <ac:chgData name="Thüss RM, Remi" userId="0a54d0de-b609-4555-b731-bb7267ce5668" providerId="ADAL" clId="{D5D36540-6B4B-44B0-9688-20188B42C834}" dt="2024-05-21T18:15:53.770" v="75" actId="20577"/>
          <ac:spMkLst>
            <pc:docMk/>
            <pc:sldMk cId="1295592719" sldId="290"/>
            <ac:spMk id="5" creationId="{366C4022-DBE7-22D2-E672-5D77C366011A}"/>
          </ac:spMkLst>
        </pc:spChg>
        <pc:picChg chg="mod">
          <ac:chgData name="Thüss RM, Remi" userId="0a54d0de-b609-4555-b731-bb7267ce5668" providerId="ADAL" clId="{D5D36540-6B4B-44B0-9688-20188B42C834}" dt="2024-05-21T18:14:49.542" v="60" actId="1076"/>
          <ac:picMkLst>
            <pc:docMk/>
            <pc:sldMk cId="1295592719" sldId="290"/>
            <ac:picMk id="13" creationId="{8F451111-9B64-110A-31E2-FC6E721AEB38}"/>
          </ac:picMkLst>
        </pc:picChg>
        <pc:picChg chg="mod">
          <ac:chgData name="Thüss RM, Remi" userId="0a54d0de-b609-4555-b731-bb7267ce5668" providerId="ADAL" clId="{D5D36540-6B4B-44B0-9688-20188B42C834}" dt="2024-05-21T18:13:02.143" v="6" actId="1076"/>
          <ac:picMkLst>
            <pc:docMk/>
            <pc:sldMk cId="1295592719" sldId="290"/>
            <ac:picMk id="1026" creationId="{0E4A853B-F0C4-4797-B4B7-AFD54A8B0CFE}"/>
          </ac:picMkLst>
        </pc:picChg>
        <pc:picChg chg="mod">
          <ac:chgData name="Thüss RM, Remi" userId="0a54d0de-b609-4555-b731-bb7267ce5668" providerId="ADAL" clId="{D5D36540-6B4B-44B0-9688-20188B42C834}" dt="2024-05-21T18:14:54.659" v="63" actId="1076"/>
          <ac:picMkLst>
            <pc:docMk/>
            <pc:sldMk cId="1295592719" sldId="290"/>
            <ac:picMk id="1028" creationId="{113101F1-755A-D6C3-5603-6ED9C6DF7723}"/>
          </ac:picMkLst>
        </pc:picChg>
        <pc:picChg chg="mod">
          <ac:chgData name="Thüss RM, Remi" userId="0a54d0de-b609-4555-b731-bb7267ce5668" providerId="ADAL" clId="{D5D36540-6B4B-44B0-9688-20188B42C834}" dt="2024-05-21T18:14:56.126" v="64" actId="1076"/>
          <ac:picMkLst>
            <pc:docMk/>
            <pc:sldMk cId="1295592719" sldId="290"/>
            <ac:picMk id="1030" creationId="{C858A102-1F9C-B921-D33A-C2F8E77D205F}"/>
          </ac:picMkLst>
        </pc:picChg>
        <pc:picChg chg="mod">
          <ac:chgData name="Thüss RM, Remi" userId="0a54d0de-b609-4555-b731-bb7267ce5668" providerId="ADAL" clId="{D5D36540-6B4B-44B0-9688-20188B42C834}" dt="2024-05-21T18:14:53.371" v="62" actId="1076"/>
          <ac:picMkLst>
            <pc:docMk/>
            <pc:sldMk cId="1295592719" sldId="290"/>
            <ac:picMk id="1032" creationId="{7A5E1B27-EC85-4675-09D2-8F18A9B54958}"/>
          </ac:picMkLst>
        </pc:picChg>
      </pc:sldChg>
      <pc:sldChg chg="modSp mod">
        <pc:chgData name="Thüss RM, Remi" userId="0a54d0de-b609-4555-b731-bb7267ce5668" providerId="ADAL" clId="{D5D36540-6B4B-44B0-9688-20188B42C834}" dt="2024-05-21T18:16:11.857" v="79" actId="20577"/>
        <pc:sldMkLst>
          <pc:docMk/>
          <pc:sldMk cId="3086551915" sldId="291"/>
        </pc:sldMkLst>
        <pc:spChg chg="mod">
          <ac:chgData name="Thüss RM, Remi" userId="0a54d0de-b609-4555-b731-bb7267ce5668" providerId="ADAL" clId="{D5D36540-6B4B-44B0-9688-20188B42C834}" dt="2024-05-21T18:16:11.857" v="79" actId="20577"/>
          <ac:spMkLst>
            <pc:docMk/>
            <pc:sldMk cId="3086551915" sldId="291"/>
            <ac:spMk id="5" creationId="{E4843D3D-D5D3-AF06-0326-9B358E36D520}"/>
          </ac:spMkLst>
        </pc:spChg>
        <pc:picChg chg="mod">
          <ac:chgData name="Thüss RM, Remi" userId="0a54d0de-b609-4555-b731-bb7267ce5668" providerId="ADAL" clId="{D5D36540-6B4B-44B0-9688-20188B42C834}" dt="2024-05-21T18:15:29.361" v="71" actId="1076"/>
          <ac:picMkLst>
            <pc:docMk/>
            <pc:sldMk cId="3086551915" sldId="291"/>
            <ac:picMk id="2050" creationId="{4EB89DD9-0FA0-F440-E594-CE691BAAE04E}"/>
          </ac:picMkLst>
        </pc:picChg>
      </pc:sldChg>
      <pc:sldChg chg="modSp mod">
        <pc:chgData name="Thüss RM, Remi" userId="0a54d0de-b609-4555-b731-bb7267ce5668" providerId="ADAL" clId="{D5D36540-6B4B-44B0-9688-20188B42C834}" dt="2024-05-21T18:53:17.298" v="828" actId="20577"/>
        <pc:sldMkLst>
          <pc:docMk/>
          <pc:sldMk cId="591160802" sldId="292"/>
        </pc:sldMkLst>
        <pc:spChg chg="mod">
          <ac:chgData name="Thüss RM, Remi" userId="0a54d0de-b609-4555-b731-bb7267ce5668" providerId="ADAL" clId="{D5D36540-6B4B-44B0-9688-20188B42C834}" dt="2024-05-21T18:53:17.298" v="828" actId="20577"/>
          <ac:spMkLst>
            <pc:docMk/>
            <pc:sldMk cId="591160802" sldId="292"/>
            <ac:spMk id="5" creationId="{C6DAA0C2-C5EC-2365-3417-62C9E94C40F5}"/>
          </ac:spMkLst>
        </pc:spChg>
      </pc:sldChg>
      <pc:sldChg chg="modSp add mod ord">
        <pc:chgData name="Thüss RM, Remi" userId="0a54d0de-b609-4555-b731-bb7267ce5668" providerId="ADAL" clId="{D5D36540-6B4B-44B0-9688-20188B42C834}" dt="2024-05-21T18:20:43.035" v="164" actId="122"/>
        <pc:sldMkLst>
          <pc:docMk/>
          <pc:sldMk cId="2350546168" sldId="293"/>
        </pc:sldMkLst>
        <pc:spChg chg="mod">
          <ac:chgData name="Thüss RM, Remi" userId="0a54d0de-b609-4555-b731-bb7267ce5668" providerId="ADAL" clId="{D5D36540-6B4B-44B0-9688-20188B42C834}" dt="2024-05-21T18:20:43.035" v="164" actId="122"/>
          <ac:spMkLst>
            <pc:docMk/>
            <pc:sldMk cId="2350546168" sldId="293"/>
            <ac:spMk id="5" creationId="{AF22ADAA-A962-8944-AD14-23A328386956}"/>
          </ac:spMkLst>
        </pc:spChg>
      </pc:sldChg>
      <pc:sldChg chg="add del">
        <pc:chgData name="Thüss RM, Remi" userId="0a54d0de-b609-4555-b731-bb7267ce5668" providerId="ADAL" clId="{D5D36540-6B4B-44B0-9688-20188B42C834}" dt="2024-05-21T18:20:24.296" v="161"/>
        <pc:sldMkLst>
          <pc:docMk/>
          <pc:sldMk cId="596669781" sldId="294"/>
        </pc:sldMkLst>
      </pc:sldChg>
      <pc:sldChg chg="addSp delSp modSp add mod ord">
        <pc:chgData name="Thüss RM, Remi" userId="0a54d0de-b609-4555-b731-bb7267ce5668" providerId="ADAL" clId="{D5D36540-6B4B-44B0-9688-20188B42C834}" dt="2024-05-21T18:50:24.569" v="721"/>
        <pc:sldMkLst>
          <pc:docMk/>
          <pc:sldMk cId="1542648712" sldId="294"/>
        </pc:sldMkLst>
        <pc:spChg chg="mod">
          <ac:chgData name="Thüss RM, Remi" userId="0a54d0de-b609-4555-b731-bb7267ce5668" providerId="ADAL" clId="{D5D36540-6B4B-44B0-9688-20188B42C834}" dt="2024-05-21T18:21:47.758" v="221" actId="20577"/>
          <ac:spMkLst>
            <pc:docMk/>
            <pc:sldMk cId="1542648712" sldId="294"/>
            <ac:spMk id="5" creationId="{AF22ADAA-A962-8944-AD14-23A328386956}"/>
          </ac:spMkLst>
        </pc:spChg>
        <pc:graphicFrameChg chg="add del mod">
          <ac:chgData name="Thüss RM, Remi" userId="0a54d0de-b609-4555-b731-bb7267ce5668" providerId="ADAL" clId="{D5D36540-6B4B-44B0-9688-20188B42C834}" dt="2024-05-21T18:27:41.602" v="301" actId="478"/>
          <ac:graphicFrameMkLst>
            <pc:docMk/>
            <pc:sldMk cId="1542648712" sldId="294"/>
            <ac:graphicFrameMk id="7" creationId="{65CCCF16-EA25-C2EF-9F94-588A814605B0}"/>
          </ac:graphicFrameMkLst>
        </pc:graphicFrameChg>
      </pc:sldChg>
      <pc:sldChg chg="modSp add mod">
        <pc:chgData name="Thüss RM, Remi" userId="0a54d0de-b609-4555-b731-bb7267ce5668" providerId="ADAL" clId="{D5D36540-6B4B-44B0-9688-20188B42C834}" dt="2024-05-21T18:22:37.795" v="289" actId="20577"/>
        <pc:sldMkLst>
          <pc:docMk/>
          <pc:sldMk cId="3227528331" sldId="295"/>
        </pc:sldMkLst>
        <pc:spChg chg="mod">
          <ac:chgData name="Thüss RM, Remi" userId="0a54d0de-b609-4555-b731-bb7267ce5668" providerId="ADAL" clId="{D5D36540-6B4B-44B0-9688-20188B42C834}" dt="2024-05-21T18:22:37.795" v="289" actId="20577"/>
          <ac:spMkLst>
            <pc:docMk/>
            <pc:sldMk cId="3227528331" sldId="295"/>
            <ac:spMk id="5" creationId="{AF22ADAA-A962-8944-AD14-23A328386956}"/>
          </ac:spMkLst>
        </pc:spChg>
      </pc:sldChg>
      <pc:sldChg chg="modSp add mod ord">
        <pc:chgData name="Thüss RM, Remi" userId="0a54d0de-b609-4555-b731-bb7267ce5668" providerId="ADAL" clId="{D5D36540-6B4B-44B0-9688-20188B42C834}" dt="2024-05-21T18:50:24.569" v="721"/>
        <pc:sldMkLst>
          <pc:docMk/>
          <pc:sldMk cId="2854005771" sldId="296"/>
        </pc:sldMkLst>
        <pc:spChg chg="mod">
          <ac:chgData name="Thüss RM, Remi" userId="0a54d0de-b609-4555-b731-bb7267ce5668" providerId="ADAL" clId="{D5D36540-6B4B-44B0-9688-20188B42C834}" dt="2024-05-21T18:28:32.439" v="352" actId="1035"/>
          <ac:spMkLst>
            <pc:docMk/>
            <pc:sldMk cId="2854005771" sldId="296"/>
            <ac:spMk id="5" creationId="{AF22ADAA-A962-8944-AD14-23A328386956}"/>
          </ac:spMkLst>
        </pc:spChg>
        <pc:graphicFrameChg chg="mod">
          <ac:chgData name="Thüss RM, Remi" userId="0a54d0de-b609-4555-b731-bb7267ce5668" providerId="ADAL" clId="{D5D36540-6B4B-44B0-9688-20188B42C834}" dt="2024-05-21T18:30:23.641" v="354" actId="1076"/>
          <ac:graphicFrameMkLst>
            <pc:docMk/>
            <pc:sldMk cId="2854005771" sldId="296"/>
            <ac:graphicFrameMk id="7" creationId="{65CCCF16-EA25-C2EF-9F94-588A814605B0}"/>
          </ac:graphicFrameMkLst>
        </pc:graphicFrameChg>
      </pc:sldChg>
      <pc:sldChg chg="modSp add mod ord">
        <pc:chgData name="Thüss RM, Remi" userId="0a54d0de-b609-4555-b731-bb7267ce5668" providerId="ADAL" clId="{D5D36540-6B4B-44B0-9688-20188B42C834}" dt="2024-05-21T18:33:14.833" v="358"/>
        <pc:sldMkLst>
          <pc:docMk/>
          <pc:sldMk cId="2966165930" sldId="297"/>
        </pc:sldMkLst>
        <pc:spChg chg="mod">
          <ac:chgData name="Thüss RM, Remi" userId="0a54d0de-b609-4555-b731-bb7267ce5668" providerId="ADAL" clId="{D5D36540-6B4B-44B0-9688-20188B42C834}" dt="2024-05-21T18:33:14.833" v="358"/>
          <ac:spMkLst>
            <pc:docMk/>
            <pc:sldMk cId="2966165930" sldId="297"/>
            <ac:spMk id="5" creationId="{AF22ADAA-A962-8944-AD14-23A328386956}"/>
          </ac:spMkLst>
        </pc:spChg>
      </pc:sldChg>
      <pc:sldChg chg="modSp add mod ord">
        <pc:chgData name="Thüss RM, Remi" userId="0a54d0de-b609-4555-b731-bb7267ce5668" providerId="ADAL" clId="{D5D36540-6B4B-44B0-9688-20188B42C834}" dt="2024-05-21T18:33:48.823" v="362"/>
        <pc:sldMkLst>
          <pc:docMk/>
          <pc:sldMk cId="4291690234" sldId="298"/>
        </pc:sldMkLst>
        <pc:spChg chg="mod">
          <ac:chgData name="Thüss RM, Remi" userId="0a54d0de-b609-4555-b731-bb7267ce5668" providerId="ADAL" clId="{D5D36540-6B4B-44B0-9688-20188B42C834}" dt="2024-05-21T18:33:48.823" v="362"/>
          <ac:spMkLst>
            <pc:docMk/>
            <pc:sldMk cId="4291690234" sldId="298"/>
            <ac:spMk id="5" creationId="{AF22ADAA-A962-8944-AD14-23A328386956}"/>
          </ac:spMkLst>
        </pc:spChg>
      </pc:sldChg>
      <pc:sldChg chg="modSp add mod ord">
        <pc:chgData name="Thüss RM, Remi" userId="0a54d0de-b609-4555-b731-bb7267ce5668" providerId="ADAL" clId="{D5D36540-6B4B-44B0-9688-20188B42C834}" dt="2024-05-21T18:52:22.191" v="806" actId="20577"/>
        <pc:sldMkLst>
          <pc:docMk/>
          <pc:sldMk cId="2984199721" sldId="299"/>
        </pc:sldMkLst>
        <pc:spChg chg="mod">
          <ac:chgData name="Thüss RM, Remi" userId="0a54d0de-b609-4555-b731-bb7267ce5668" providerId="ADAL" clId="{D5D36540-6B4B-44B0-9688-20188B42C834}" dt="2024-05-21T18:40:24.305" v="373" actId="20577"/>
          <ac:spMkLst>
            <pc:docMk/>
            <pc:sldMk cId="2984199721" sldId="299"/>
            <ac:spMk id="5" creationId="{AF22ADAA-A962-8944-AD14-23A328386956}"/>
          </ac:spMkLst>
        </pc:spChg>
        <pc:spChg chg="mod">
          <ac:chgData name="Thüss RM, Remi" userId="0a54d0de-b609-4555-b731-bb7267ce5668" providerId="ADAL" clId="{D5D36540-6B4B-44B0-9688-20188B42C834}" dt="2024-05-21T18:52:22.191" v="806" actId="20577"/>
          <ac:spMkLst>
            <pc:docMk/>
            <pc:sldMk cId="2984199721" sldId="299"/>
            <ac:spMk id="8" creationId="{326DF834-B215-B129-901C-9B19B7A83E35}"/>
          </ac:spMkLst>
        </pc:spChg>
      </pc:sldChg>
      <pc:sldChg chg="add">
        <pc:chgData name="Thüss RM, Remi" userId="0a54d0de-b609-4555-b731-bb7267ce5668" providerId="ADAL" clId="{D5D36540-6B4B-44B0-9688-20188B42C834}" dt="2024-05-21T18:45:13.870" v="461"/>
        <pc:sldMkLst>
          <pc:docMk/>
          <pc:sldMk cId="3981955898" sldId="311"/>
        </pc:sldMkLst>
      </pc:sldChg>
      <pc:sldChg chg="modSp add del mod ord">
        <pc:chgData name="Thüss RM, Remi" userId="0a54d0de-b609-4555-b731-bb7267ce5668" providerId="ADAL" clId="{D5D36540-6B4B-44B0-9688-20188B42C834}" dt="2024-05-21T18:51:20.706" v="737" actId="47"/>
        <pc:sldMkLst>
          <pc:docMk/>
          <pc:sldMk cId="1131992865" sldId="312"/>
        </pc:sldMkLst>
        <pc:spChg chg="mod">
          <ac:chgData name="Thüss RM, Remi" userId="0a54d0de-b609-4555-b731-bb7267ce5668" providerId="ADAL" clId="{D5D36540-6B4B-44B0-9688-20188B42C834}" dt="2024-05-21T18:46:37.201" v="528" actId="20577"/>
          <ac:spMkLst>
            <pc:docMk/>
            <pc:sldMk cId="1131992865" sldId="312"/>
            <ac:spMk id="2" creationId="{89B7DA6F-9863-5761-7391-E346752C7E24}"/>
          </ac:spMkLst>
        </pc:spChg>
        <pc:spChg chg="mod">
          <ac:chgData name="Thüss RM, Remi" userId="0a54d0de-b609-4555-b731-bb7267ce5668" providerId="ADAL" clId="{D5D36540-6B4B-44B0-9688-20188B42C834}" dt="2024-05-21T18:51:06.246" v="726" actId="21"/>
          <ac:spMkLst>
            <pc:docMk/>
            <pc:sldMk cId="1131992865" sldId="312"/>
            <ac:spMk id="4" creationId="{F2717C3C-7126-5490-45D9-6A596431E13A}"/>
          </ac:spMkLst>
        </pc:spChg>
      </pc:sldChg>
      <pc:sldChg chg="modSp add mod ord">
        <pc:chgData name="Thüss RM, Remi" userId="0a54d0de-b609-4555-b731-bb7267ce5668" providerId="ADAL" clId="{D5D36540-6B4B-44B0-9688-20188B42C834}" dt="2024-05-24T08:10:47.488" v="911" actId="20577"/>
        <pc:sldMkLst>
          <pc:docMk/>
          <pc:sldMk cId="3399721217" sldId="312"/>
        </pc:sldMkLst>
        <pc:spChg chg="mod">
          <ac:chgData name="Thüss RM, Remi" userId="0a54d0de-b609-4555-b731-bb7267ce5668" providerId="ADAL" clId="{D5D36540-6B4B-44B0-9688-20188B42C834}" dt="2024-05-24T08:10:23.236" v="890" actId="20577"/>
          <ac:spMkLst>
            <pc:docMk/>
            <pc:sldMk cId="3399721217" sldId="312"/>
            <ac:spMk id="5" creationId="{AF22ADAA-A962-8944-AD14-23A328386956}"/>
          </ac:spMkLst>
        </pc:spChg>
        <pc:spChg chg="mod">
          <ac:chgData name="Thüss RM, Remi" userId="0a54d0de-b609-4555-b731-bb7267ce5668" providerId="ADAL" clId="{D5D36540-6B4B-44B0-9688-20188B42C834}" dt="2024-05-24T08:10:47.488" v="911" actId="20577"/>
          <ac:spMkLst>
            <pc:docMk/>
            <pc:sldMk cId="3399721217" sldId="312"/>
            <ac:spMk id="8" creationId="{326DF834-B215-B129-901C-9B19B7A83E35}"/>
          </ac:spMkLst>
        </pc:spChg>
      </pc:sldChg>
      <pc:sldChg chg="modSp add del mod ord">
        <pc:chgData name="Thüss RM, Remi" userId="0a54d0de-b609-4555-b731-bb7267ce5668" providerId="ADAL" clId="{D5D36540-6B4B-44B0-9688-20188B42C834}" dt="2024-05-21T18:50:56.188" v="722" actId="47"/>
        <pc:sldMkLst>
          <pc:docMk/>
          <pc:sldMk cId="648421158" sldId="313"/>
        </pc:sldMkLst>
        <pc:spChg chg="mod">
          <ac:chgData name="Thüss RM, Remi" userId="0a54d0de-b609-4555-b731-bb7267ce5668" providerId="ADAL" clId="{D5D36540-6B4B-44B0-9688-20188B42C834}" dt="2024-05-21T18:47:40.009" v="641" actId="20577"/>
          <ac:spMkLst>
            <pc:docMk/>
            <pc:sldMk cId="648421158" sldId="313"/>
            <ac:spMk id="5" creationId="{AF22ADAA-A962-8944-AD14-23A328386956}"/>
          </ac:spMkLst>
        </pc:spChg>
        <pc:spChg chg="mod">
          <ac:chgData name="Thüss RM, Remi" userId="0a54d0de-b609-4555-b731-bb7267ce5668" providerId="ADAL" clId="{D5D36540-6B4B-44B0-9688-20188B42C834}" dt="2024-05-21T18:49:33.543" v="719" actId="20577"/>
          <ac:spMkLst>
            <pc:docMk/>
            <pc:sldMk cId="648421158" sldId="313"/>
            <ac:spMk id="8" creationId="{326DF834-B215-B129-901C-9B19B7A83E35}"/>
          </ac:spMkLst>
        </pc:spChg>
      </pc:sldChg>
    </pc:docChg>
  </pc:docChgLst>
  <pc:docChgLst>
    <pc:chgData name="Thüss RM, Remi" userId="0a54d0de-b609-4555-b731-bb7267ce5668" providerId="ADAL" clId="{2249ADF1-4B22-463A-B80D-AF309292B2FF}"/>
    <pc:docChg chg="undo custSel addSld delSld modSld sldOrd modSection">
      <pc:chgData name="Thüss RM, Remi" userId="0a54d0de-b609-4555-b731-bb7267ce5668" providerId="ADAL" clId="{2249ADF1-4B22-463A-B80D-AF309292B2FF}" dt="2023-06-20T08:20:54.967" v="347"/>
      <pc:docMkLst>
        <pc:docMk/>
      </pc:docMkLst>
      <pc:sldChg chg="addSp delSp modSp mod">
        <pc:chgData name="Thüss RM, Remi" userId="0a54d0de-b609-4555-b731-bb7267ce5668" providerId="ADAL" clId="{2249ADF1-4B22-463A-B80D-AF309292B2FF}" dt="2023-06-19T11:47:21.206" v="282" actId="20577"/>
        <pc:sldMkLst>
          <pc:docMk/>
          <pc:sldMk cId="1631541359" sldId="262"/>
        </pc:sldMkLst>
        <pc:spChg chg="mod">
          <ac:chgData name="Thüss RM, Remi" userId="0a54d0de-b609-4555-b731-bb7267ce5668" providerId="ADAL" clId="{2249ADF1-4B22-463A-B80D-AF309292B2FF}" dt="2023-06-19T11:47:21.206" v="282" actId="20577"/>
          <ac:spMkLst>
            <pc:docMk/>
            <pc:sldMk cId="1631541359" sldId="262"/>
            <ac:spMk id="6" creationId="{5607DDF2-4BD5-AE44-B338-9D054C7D1C9E}"/>
          </ac:spMkLst>
        </pc:spChg>
        <pc:picChg chg="add del mod">
          <ac:chgData name="Thüss RM, Remi" userId="0a54d0de-b609-4555-b731-bb7267ce5668" providerId="ADAL" clId="{2249ADF1-4B22-463A-B80D-AF309292B2FF}" dt="2023-06-05T13:55:00.719" v="37" actId="478"/>
          <ac:picMkLst>
            <pc:docMk/>
            <pc:sldMk cId="1631541359" sldId="262"/>
            <ac:picMk id="8" creationId="{9057F752-96A6-E06F-0CB9-D47220CCBA4E}"/>
          </ac:picMkLst>
        </pc:picChg>
      </pc:sldChg>
      <pc:sldChg chg="del">
        <pc:chgData name="Thüss RM, Remi" userId="0a54d0de-b609-4555-b731-bb7267ce5668" providerId="ADAL" clId="{2249ADF1-4B22-463A-B80D-AF309292B2FF}" dt="2023-06-05T13:57:27.661" v="40" actId="47"/>
        <pc:sldMkLst>
          <pc:docMk/>
          <pc:sldMk cId="3023644067" sldId="264"/>
        </pc:sldMkLst>
      </pc:sldChg>
      <pc:sldChg chg="delSp modSp add del mod">
        <pc:chgData name="Thüss RM, Remi" userId="0a54d0de-b609-4555-b731-bb7267ce5668" providerId="ADAL" clId="{2249ADF1-4B22-463A-B80D-AF309292B2FF}" dt="2023-06-05T13:56:02.876" v="38" actId="47"/>
        <pc:sldMkLst>
          <pc:docMk/>
          <pc:sldMk cId="208730491" sldId="271"/>
        </pc:sldMkLst>
        <pc:spChg chg="mod">
          <ac:chgData name="Thüss RM, Remi" userId="0a54d0de-b609-4555-b731-bb7267ce5668" providerId="ADAL" clId="{2249ADF1-4B22-463A-B80D-AF309292B2FF}" dt="2023-06-05T13:54:21.677" v="33" actId="20577"/>
          <ac:spMkLst>
            <pc:docMk/>
            <pc:sldMk cId="208730491" sldId="271"/>
            <ac:spMk id="5" creationId="{AF22ADAA-A962-8944-AD14-23A328386956}"/>
          </ac:spMkLst>
        </pc:spChg>
        <pc:spChg chg="del mod">
          <ac:chgData name="Thüss RM, Remi" userId="0a54d0de-b609-4555-b731-bb7267ce5668" providerId="ADAL" clId="{2249ADF1-4B22-463A-B80D-AF309292B2FF}" dt="2023-06-05T13:54:27.995" v="35" actId="478"/>
          <ac:spMkLst>
            <pc:docMk/>
            <pc:sldMk cId="208730491" sldId="271"/>
            <ac:spMk id="6" creationId="{5607DDF2-4BD5-AE44-B338-9D054C7D1C9E}"/>
          </ac:spMkLst>
        </pc:spChg>
        <pc:picChg chg="mod">
          <ac:chgData name="Thüss RM, Remi" userId="0a54d0de-b609-4555-b731-bb7267ce5668" providerId="ADAL" clId="{2249ADF1-4B22-463A-B80D-AF309292B2FF}" dt="2023-06-05T13:54:29.826" v="36" actId="1076"/>
          <ac:picMkLst>
            <pc:docMk/>
            <pc:sldMk cId="208730491" sldId="271"/>
            <ac:picMk id="8" creationId="{9057F752-96A6-E06F-0CB9-D47220CCBA4E}"/>
          </ac:picMkLst>
        </pc:picChg>
      </pc:sldChg>
      <pc:sldChg chg="add">
        <pc:chgData name="Thüss RM, Remi" userId="0a54d0de-b609-4555-b731-bb7267ce5668" providerId="ADAL" clId="{2249ADF1-4B22-463A-B80D-AF309292B2FF}" dt="2023-06-05T13:57:25.792" v="39"/>
        <pc:sldMkLst>
          <pc:docMk/>
          <pc:sldMk cId="4271081393" sldId="271"/>
        </pc:sldMkLst>
      </pc:sldChg>
      <pc:sldChg chg="add ord">
        <pc:chgData name="Thüss RM, Remi" userId="0a54d0de-b609-4555-b731-bb7267ce5668" providerId="ADAL" clId="{2249ADF1-4B22-463A-B80D-AF309292B2FF}" dt="2023-06-15T10:28:59.640" v="82"/>
        <pc:sldMkLst>
          <pc:docMk/>
          <pc:sldMk cId="208730491" sldId="272"/>
        </pc:sldMkLst>
      </pc:sldChg>
      <pc:sldChg chg="addSp modSp add mod ord">
        <pc:chgData name="Thüss RM, Remi" userId="0a54d0de-b609-4555-b731-bb7267ce5668" providerId="ADAL" clId="{2249ADF1-4B22-463A-B80D-AF309292B2FF}" dt="2023-06-19T10:55:33.782" v="133" actId="1076"/>
        <pc:sldMkLst>
          <pc:docMk/>
          <pc:sldMk cId="55210359" sldId="273"/>
        </pc:sldMkLst>
        <pc:spChg chg="mod">
          <ac:chgData name="Thüss RM, Remi" userId="0a54d0de-b609-4555-b731-bb7267ce5668" providerId="ADAL" clId="{2249ADF1-4B22-463A-B80D-AF309292B2FF}" dt="2023-06-15T10:23:35.114" v="71" actId="20577"/>
          <ac:spMkLst>
            <pc:docMk/>
            <pc:sldMk cId="55210359" sldId="273"/>
            <ac:spMk id="5" creationId="{AF22ADAA-A962-8944-AD14-23A328386956}"/>
          </ac:spMkLst>
        </pc:spChg>
        <pc:spChg chg="mod">
          <ac:chgData name="Thüss RM, Remi" userId="0a54d0de-b609-4555-b731-bb7267ce5668" providerId="ADAL" clId="{2249ADF1-4B22-463A-B80D-AF309292B2FF}" dt="2023-06-19T10:51:06.118" v="127"/>
          <ac:spMkLst>
            <pc:docMk/>
            <pc:sldMk cId="55210359" sldId="273"/>
            <ac:spMk id="6" creationId="{5607DDF2-4BD5-AE44-B338-9D054C7D1C9E}"/>
          </ac:spMkLst>
        </pc:spChg>
        <pc:picChg chg="add mod">
          <ac:chgData name="Thüss RM, Remi" userId="0a54d0de-b609-4555-b731-bb7267ce5668" providerId="ADAL" clId="{2249ADF1-4B22-463A-B80D-AF309292B2FF}" dt="2023-06-19T10:51:25.542" v="129" actId="1076"/>
          <ac:picMkLst>
            <pc:docMk/>
            <pc:sldMk cId="55210359" sldId="273"/>
            <ac:picMk id="8" creationId="{6EB05829-CBF9-1051-5BA7-F46640422516}"/>
          </ac:picMkLst>
        </pc:picChg>
        <pc:picChg chg="add mod">
          <ac:chgData name="Thüss RM, Remi" userId="0a54d0de-b609-4555-b731-bb7267ce5668" providerId="ADAL" clId="{2249ADF1-4B22-463A-B80D-AF309292B2FF}" dt="2023-06-19T10:55:33.782" v="133" actId="1076"/>
          <ac:picMkLst>
            <pc:docMk/>
            <pc:sldMk cId="55210359" sldId="273"/>
            <ac:picMk id="10" creationId="{1170FFA8-0DCC-B62B-3BC2-D028D337A933}"/>
          </ac:picMkLst>
        </pc:picChg>
      </pc:sldChg>
      <pc:sldChg chg="addSp modSp add mod ord">
        <pc:chgData name="Thüss RM, Remi" userId="0a54d0de-b609-4555-b731-bb7267ce5668" providerId="ADAL" clId="{2249ADF1-4B22-463A-B80D-AF309292B2FF}" dt="2023-06-20T08:20:54.967" v="347"/>
        <pc:sldMkLst>
          <pc:docMk/>
          <pc:sldMk cId="2458484086" sldId="274"/>
        </pc:sldMkLst>
        <pc:spChg chg="mod">
          <ac:chgData name="Thüss RM, Remi" userId="0a54d0de-b609-4555-b731-bb7267ce5668" providerId="ADAL" clId="{2249ADF1-4B22-463A-B80D-AF309292B2FF}" dt="2023-06-15T10:23:42.641" v="79" actId="20577"/>
          <ac:spMkLst>
            <pc:docMk/>
            <pc:sldMk cId="2458484086" sldId="274"/>
            <ac:spMk id="5" creationId="{AF22ADAA-A962-8944-AD14-23A328386956}"/>
          </ac:spMkLst>
        </pc:spChg>
        <pc:spChg chg="mod">
          <ac:chgData name="Thüss RM, Remi" userId="0a54d0de-b609-4555-b731-bb7267ce5668" providerId="ADAL" clId="{2249ADF1-4B22-463A-B80D-AF309292B2FF}" dt="2023-06-19T10:57:22.853" v="211" actId="20577"/>
          <ac:spMkLst>
            <pc:docMk/>
            <pc:sldMk cId="2458484086" sldId="274"/>
            <ac:spMk id="6" creationId="{5607DDF2-4BD5-AE44-B338-9D054C7D1C9E}"/>
          </ac:spMkLst>
        </pc:spChg>
        <pc:picChg chg="add mod">
          <ac:chgData name="Thüss RM, Remi" userId="0a54d0de-b609-4555-b731-bb7267ce5668" providerId="ADAL" clId="{2249ADF1-4B22-463A-B80D-AF309292B2FF}" dt="2023-06-19T10:57:44.720" v="214" actId="1076"/>
          <ac:picMkLst>
            <pc:docMk/>
            <pc:sldMk cId="2458484086" sldId="274"/>
            <ac:picMk id="8" creationId="{656A6157-593D-1967-877B-A8052DB9B161}"/>
          </ac:picMkLst>
        </pc:picChg>
        <pc:picChg chg="add mod">
          <ac:chgData name="Thüss RM, Remi" userId="0a54d0de-b609-4555-b731-bb7267ce5668" providerId="ADAL" clId="{2249ADF1-4B22-463A-B80D-AF309292B2FF}" dt="2023-06-19T10:58:05.270" v="218" actId="1076"/>
          <ac:picMkLst>
            <pc:docMk/>
            <pc:sldMk cId="2458484086" sldId="274"/>
            <ac:picMk id="10" creationId="{ABE08390-39A8-B708-9E71-CB8E36EC6986}"/>
          </ac:picMkLst>
        </pc:picChg>
      </pc:sldChg>
      <pc:sldChg chg="add">
        <pc:chgData name="Thüss RM, Remi" userId="0a54d0de-b609-4555-b731-bb7267ce5668" providerId="ADAL" clId="{2249ADF1-4B22-463A-B80D-AF309292B2FF}" dt="2023-06-15T11:39:00.822" v="83"/>
        <pc:sldMkLst>
          <pc:docMk/>
          <pc:sldMk cId="2742246773" sldId="281"/>
        </pc:sldMkLst>
      </pc:sldChg>
      <pc:sldChg chg="add del">
        <pc:chgData name="Thüss RM, Remi" userId="0a54d0de-b609-4555-b731-bb7267ce5668" providerId="ADAL" clId="{2249ADF1-4B22-463A-B80D-AF309292B2FF}" dt="2023-06-19T11:46:40.130" v="220" actId="47"/>
        <pc:sldMkLst>
          <pc:docMk/>
          <pc:sldMk cId="1844737150" sldId="282"/>
        </pc:sldMkLst>
      </pc:sldChg>
      <pc:sldChg chg="delSp modSp add mod ord">
        <pc:chgData name="Thüss RM, Remi" userId="0a54d0de-b609-4555-b731-bb7267ce5668" providerId="ADAL" clId="{2249ADF1-4B22-463A-B80D-AF309292B2FF}" dt="2023-06-19T11:49:14.451" v="313" actId="20577"/>
        <pc:sldMkLst>
          <pc:docMk/>
          <pc:sldMk cId="3593028741" sldId="282"/>
        </pc:sldMkLst>
        <pc:spChg chg="mod">
          <ac:chgData name="Thüss RM, Remi" userId="0a54d0de-b609-4555-b731-bb7267ce5668" providerId="ADAL" clId="{2249ADF1-4B22-463A-B80D-AF309292B2FF}" dt="2023-06-19T11:47:36.959" v="287" actId="20577"/>
          <ac:spMkLst>
            <pc:docMk/>
            <pc:sldMk cId="3593028741" sldId="282"/>
            <ac:spMk id="5" creationId="{AF22ADAA-A962-8944-AD14-23A328386956}"/>
          </ac:spMkLst>
        </pc:spChg>
        <pc:spChg chg="mod">
          <ac:chgData name="Thüss RM, Remi" userId="0a54d0de-b609-4555-b731-bb7267ce5668" providerId="ADAL" clId="{2249ADF1-4B22-463A-B80D-AF309292B2FF}" dt="2023-06-19T11:49:14.451" v="313" actId="20577"/>
          <ac:spMkLst>
            <pc:docMk/>
            <pc:sldMk cId="3593028741" sldId="282"/>
            <ac:spMk id="6" creationId="{5607DDF2-4BD5-AE44-B338-9D054C7D1C9E}"/>
          </ac:spMkLst>
        </pc:spChg>
        <pc:picChg chg="del">
          <ac:chgData name="Thüss RM, Remi" userId="0a54d0de-b609-4555-b731-bb7267ce5668" providerId="ADAL" clId="{2249ADF1-4B22-463A-B80D-AF309292B2FF}" dt="2023-06-19T11:47:40.691" v="288" actId="478"/>
          <ac:picMkLst>
            <pc:docMk/>
            <pc:sldMk cId="3593028741" sldId="282"/>
            <ac:picMk id="8" creationId="{6EB05829-CBF9-1051-5BA7-F46640422516}"/>
          </ac:picMkLst>
        </pc:picChg>
        <pc:picChg chg="del">
          <ac:chgData name="Thüss RM, Remi" userId="0a54d0de-b609-4555-b731-bb7267ce5668" providerId="ADAL" clId="{2249ADF1-4B22-463A-B80D-AF309292B2FF}" dt="2023-06-19T11:47:42.386" v="289" actId="478"/>
          <ac:picMkLst>
            <pc:docMk/>
            <pc:sldMk cId="3593028741" sldId="282"/>
            <ac:picMk id="10" creationId="{1170FFA8-0DCC-B62B-3BC2-D028D337A933}"/>
          </ac:picMkLst>
        </pc:picChg>
      </pc:sldChg>
      <pc:sldChg chg="addSp delSp modSp add mod ord">
        <pc:chgData name="Thüss RM, Remi" userId="0a54d0de-b609-4555-b731-bb7267ce5668" providerId="ADAL" clId="{2249ADF1-4B22-463A-B80D-AF309292B2FF}" dt="2023-06-19T12:00:36.850" v="331" actId="1076"/>
        <pc:sldMkLst>
          <pc:docMk/>
          <pc:sldMk cId="15922696" sldId="283"/>
        </pc:sldMkLst>
        <pc:spChg chg="mod">
          <ac:chgData name="Thüss RM, Remi" userId="0a54d0de-b609-4555-b731-bb7267ce5668" providerId="ADAL" clId="{2249ADF1-4B22-463A-B80D-AF309292B2FF}" dt="2023-06-19T11:51:46.084" v="318"/>
          <ac:spMkLst>
            <pc:docMk/>
            <pc:sldMk cId="15922696" sldId="283"/>
            <ac:spMk id="5" creationId="{AF22ADAA-A962-8944-AD14-23A328386956}"/>
          </ac:spMkLst>
        </pc:spChg>
        <pc:spChg chg="del mod">
          <ac:chgData name="Thüss RM, Remi" userId="0a54d0de-b609-4555-b731-bb7267ce5668" providerId="ADAL" clId="{2249ADF1-4B22-463A-B80D-AF309292B2FF}" dt="2023-06-19T11:53:11.294" v="323" actId="22"/>
          <ac:spMkLst>
            <pc:docMk/>
            <pc:sldMk cId="15922696" sldId="283"/>
            <ac:spMk id="6" creationId="{5607DDF2-4BD5-AE44-B338-9D054C7D1C9E}"/>
          </ac:spMkLst>
        </pc:spChg>
        <pc:spChg chg="add del mod">
          <ac:chgData name="Thüss RM, Remi" userId="0a54d0de-b609-4555-b731-bb7267ce5668" providerId="ADAL" clId="{2249ADF1-4B22-463A-B80D-AF309292B2FF}" dt="2023-06-19T12:00:34.138" v="330" actId="478"/>
          <ac:spMkLst>
            <pc:docMk/>
            <pc:sldMk cId="15922696" sldId="283"/>
            <ac:spMk id="14" creationId="{1BB1265B-C3E0-9B20-37CF-05CE6CB4ED5D}"/>
          </ac:spMkLst>
        </pc:spChg>
        <pc:picChg chg="del">
          <ac:chgData name="Thüss RM, Remi" userId="0a54d0de-b609-4555-b731-bb7267ce5668" providerId="ADAL" clId="{2249ADF1-4B22-463A-B80D-AF309292B2FF}" dt="2023-06-19T11:51:38.171" v="317" actId="478"/>
          <ac:picMkLst>
            <pc:docMk/>
            <pc:sldMk cId="15922696" sldId="283"/>
            <ac:picMk id="8" creationId="{6EB05829-CBF9-1051-5BA7-F46640422516}"/>
          </ac:picMkLst>
        </pc:picChg>
        <pc:picChg chg="add mod">
          <ac:chgData name="Thüss RM, Remi" userId="0a54d0de-b609-4555-b731-bb7267ce5668" providerId="ADAL" clId="{2249ADF1-4B22-463A-B80D-AF309292B2FF}" dt="2023-06-19T12:00:36.850" v="331" actId="1076"/>
          <ac:picMkLst>
            <pc:docMk/>
            <pc:sldMk cId="15922696" sldId="283"/>
            <ac:picMk id="9" creationId="{AA03A0BD-CF41-A2B7-BA25-0C4CCC85560D}"/>
          </ac:picMkLst>
        </pc:picChg>
        <pc:picChg chg="del">
          <ac:chgData name="Thüss RM, Remi" userId="0a54d0de-b609-4555-b731-bb7267ce5668" providerId="ADAL" clId="{2249ADF1-4B22-463A-B80D-AF309292B2FF}" dt="2023-06-19T11:51:38.171" v="317" actId="478"/>
          <ac:picMkLst>
            <pc:docMk/>
            <pc:sldMk cId="15922696" sldId="283"/>
            <ac:picMk id="10" creationId="{1170FFA8-0DCC-B62B-3BC2-D028D337A933}"/>
          </ac:picMkLst>
        </pc:picChg>
        <pc:picChg chg="add del mod ord">
          <ac:chgData name="Thüss RM, Remi" userId="0a54d0de-b609-4555-b731-bb7267ce5668" providerId="ADAL" clId="{2249ADF1-4B22-463A-B80D-AF309292B2FF}" dt="2023-06-19T11:53:18.247" v="326" actId="478"/>
          <ac:picMkLst>
            <pc:docMk/>
            <pc:sldMk cId="15922696" sldId="283"/>
            <ac:picMk id="12" creationId="{854E6C03-E3F3-1C3D-D2A6-2CE0A7DB07A7}"/>
          </ac:picMkLst>
        </pc:picChg>
      </pc:sldChg>
      <pc:sldChg chg="delSp modSp add mod">
        <pc:chgData name="Thüss RM, Remi" userId="0a54d0de-b609-4555-b731-bb7267ce5668" providerId="ADAL" clId="{2249ADF1-4B22-463A-B80D-AF309292B2FF}" dt="2023-06-19T12:00:26.368" v="329" actId="1076"/>
        <pc:sldMkLst>
          <pc:docMk/>
          <pc:sldMk cId="3213522252" sldId="284"/>
        </pc:sldMkLst>
        <pc:picChg chg="del">
          <ac:chgData name="Thüss RM, Remi" userId="0a54d0de-b609-4555-b731-bb7267ce5668" providerId="ADAL" clId="{2249ADF1-4B22-463A-B80D-AF309292B2FF}" dt="2023-06-19T11:53:19.865" v="327" actId="478"/>
          <ac:picMkLst>
            <pc:docMk/>
            <pc:sldMk cId="3213522252" sldId="284"/>
            <ac:picMk id="9" creationId="{AA03A0BD-CF41-A2B7-BA25-0C4CCC85560D}"/>
          </ac:picMkLst>
        </pc:picChg>
        <pc:picChg chg="mod">
          <ac:chgData name="Thüss RM, Remi" userId="0a54d0de-b609-4555-b731-bb7267ce5668" providerId="ADAL" clId="{2249ADF1-4B22-463A-B80D-AF309292B2FF}" dt="2023-06-19T12:00:26.368" v="329" actId="1076"/>
          <ac:picMkLst>
            <pc:docMk/>
            <pc:sldMk cId="3213522252" sldId="284"/>
            <ac:picMk id="12" creationId="{854E6C03-E3F3-1C3D-D2A6-2CE0A7DB07A7}"/>
          </ac:picMkLst>
        </pc:picChg>
      </pc:sldChg>
      <pc:sldChg chg="addSp delSp add mod">
        <pc:chgData name="Thüss RM, Remi" userId="0a54d0de-b609-4555-b731-bb7267ce5668" providerId="ADAL" clId="{2249ADF1-4B22-463A-B80D-AF309292B2FF}" dt="2023-06-19T12:17:40.797" v="343"/>
        <pc:sldMkLst>
          <pc:docMk/>
          <pc:sldMk cId="3245629675" sldId="285"/>
        </pc:sldMkLst>
        <pc:spChg chg="add">
          <ac:chgData name="Thüss RM, Remi" userId="0a54d0de-b609-4555-b731-bb7267ce5668" providerId="ADAL" clId="{2249ADF1-4B22-463A-B80D-AF309292B2FF}" dt="2023-06-19T12:16:46.773" v="342"/>
          <ac:spMkLst>
            <pc:docMk/>
            <pc:sldMk cId="3245629675" sldId="285"/>
            <ac:spMk id="6" creationId="{1508934F-F1B4-0692-4F41-10BFE0A5D3CA}"/>
          </ac:spMkLst>
        </pc:spChg>
        <pc:picChg chg="del">
          <ac:chgData name="Thüss RM, Remi" userId="0a54d0de-b609-4555-b731-bb7267ce5668" providerId="ADAL" clId="{2249ADF1-4B22-463A-B80D-AF309292B2FF}" dt="2023-06-19T12:15:01.518" v="333" actId="478"/>
          <ac:picMkLst>
            <pc:docMk/>
            <pc:sldMk cId="3245629675" sldId="285"/>
            <ac:picMk id="9" creationId="{AA03A0BD-CF41-A2B7-BA25-0C4CCC85560D}"/>
          </ac:picMkLst>
        </pc:picChg>
        <pc:picChg chg="add del">
          <ac:chgData name="Thüss RM, Remi" userId="0a54d0de-b609-4555-b731-bb7267ce5668" providerId="ADAL" clId="{2249ADF1-4B22-463A-B80D-AF309292B2FF}" dt="2023-06-19T12:16:44.133" v="341" actId="478"/>
          <ac:picMkLst>
            <pc:docMk/>
            <pc:sldMk cId="3245629675" sldId="285"/>
            <ac:picMk id="1026" creationId="{7E76A659-4D23-3296-E97B-14810354C07B}"/>
          </ac:picMkLst>
        </pc:picChg>
        <pc:picChg chg="add">
          <ac:chgData name="Thüss RM, Remi" userId="0a54d0de-b609-4555-b731-bb7267ce5668" providerId="ADAL" clId="{2249ADF1-4B22-463A-B80D-AF309292B2FF}" dt="2023-06-19T12:17:40.797" v="343"/>
          <ac:picMkLst>
            <pc:docMk/>
            <pc:sldMk cId="3245629675" sldId="285"/>
            <ac:picMk id="1030" creationId="{D4DC61F3-5792-5750-4FE3-57C7A641018C}"/>
          </ac:picMkLst>
        </pc:picChg>
      </pc:sldChg>
      <pc:sldChg chg="add del">
        <pc:chgData name="Thüss RM, Remi" userId="0a54d0de-b609-4555-b731-bb7267ce5668" providerId="ADAL" clId="{2249ADF1-4B22-463A-B80D-AF309292B2FF}" dt="2023-06-19T12:15:02.579" v="335"/>
        <pc:sldMkLst>
          <pc:docMk/>
          <pc:sldMk cId="104259808" sldId="286"/>
        </pc:sldMkLst>
      </pc:sldChg>
      <pc:sldChg chg="add del">
        <pc:chgData name="Thüss RM, Remi" userId="0a54d0de-b609-4555-b731-bb7267ce5668" providerId="ADAL" clId="{2249ADF1-4B22-463A-B80D-AF309292B2FF}" dt="2023-06-19T12:15:08.686" v="337"/>
        <pc:sldMkLst>
          <pc:docMk/>
          <pc:sldMk cId="1880064106" sldId="286"/>
        </pc:sldMkLst>
      </pc:sldChg>
      <pc:sldChg chg="add del">
        <pc:chgData name="Thüss RM, Remi" userId="0a54d0de-b609-4555-b731-bb7267ce5668" providerId="ADAL" clId="{2249ADF1-4B22-463A-B80D-AF309292B2FF}" dt="2023-06-19T12:15:49.714" v="339"/>
        <pc:sldMkLst>
          <pc:docMk/>
          <pc:sldMk cId="3924370790" sldId="286"/>
        </pc:sldMkLst>
      </pc:sldChg>
    </pc:docChg>
  </pc:docChgLst>
  <pc:docChgLst>
    <pc:chgData name="Thüss RM, Remi" userId="0a54d0de-b609-4555-b731-bb7267ce5668" providerId="ADAL" clId="{D01380A9-6D00-4550-BEE4-99D3240D59CA}"/>
    <pc:docChg chg="undo custSel addSld delSld modSld modSection">
      <pc:chgData name="Thüss RM, Remi" userId="0a54d0de-b609-4555-b731-bb7267ce5668" providerId="ADAL" clId="{D01380A9-6D00-4550-BEE4-99D3240D59CA}" dt="2023-05-08T14:29:33.185" v="242" actId="1076"/>
      <pc:docMkLst>
        <pc:docMk/>
      </pc:docMkLst>
      <pc:sldChg chg="modSp mod">
        <pc:chgData name="Thüss RM, Remi" userId="0a54d0de-b609-4555-b731-bb7267ce5668" providerId="ADAL" clId="{D01380A9-6D00-4550-BEE4-99D3240D59CA}" dt="2023-04-19T13:19:23.844" v="150" actId="20577"/>
        <pc:sldMkLst>
          <pc:docMk/>
          <pc:sldMk cId="1631541359" sldId="262"/>
        </pc:sldMkLst>
        <pc:spChg chg="mod">
          <ac:chgData name="Thüss RM, Remi" userId="0a54d0de-b609-4555-b731-bb7267ce5668" providerId="ADAL" clId="{D01380A9-6D00-4550-BEE4-99D3240D59CA}" dt="2023-04-19T13:19:23.844" v="150" actId="20577"/>
          <ac:spMkLst>
            <pc:docMk/>
            <pc:sldMk cId="1631541359" sldId="262"/>
            <ac:spMk id="6" creationId="{5607DDF2-4BD5-AE44-B338-9D054C7D1C9E}"/>
          </ac:spMkLst>
        </pc:spChg>
      </pc:sldChg>
      <pc:sldChg chg="addSp modSp mod">
        <pc:chgData name="Thüss RM, Remi" userId="0a54d0de-b609-4555-b731-bb7267ce5668" providerId="ADAL" clId="{D01380A9-6D00-4550-BEE4-99D3240D59CA}" dt="2023-04-19T12:55:36.834" v="2" actId="20577"/>
        <pc:sldMkLst>
          <pc:docMk/>
          <pc:sldMk cId="3093389630" sldId="270"/>
        </pc:sldMkLst>
        <pc:spChg chg="add mod">
          <ac:chgData name="Thüss RM, Remi" userId="0a54d0de-b609-4555-b731-bb7267ce5668" providerId="ADAL" clId="{D01380A9-6D00-4550-BEE4-99D3240D59CA}" dt="2023-04-19T12:55:36.834" v="2" actId="20577"/>
          <ac:spMkLst>
            <pc:docMk/>
            <pc:sldMk cId="3093389630" sldId="270"/>
            <ac:spMk id="2" creationId="{29525EE7-670F-0139-0594-29D61E17126F}"/>
          </ac:spMkLst>
        </pc:spChg>
      </pc:sldChg>
      <pc:sldChg chg="del">
        <pc:chgData name="Thüss RM, Remi" userId="0a54d0de-b609-4555-b731-bb7267ce5668" providerId="ADAL" clId="{D01380A9-6D00-4550-BEE4-99D3240D59CA}" dt="2023-04-19T13:18:12.782" v="24" actId="47"/>
        <pc:sldMkLst>
          <pc:docMk/>
          <pc:sldMk cId="2922120188" sldId="271"/>
        </pc:sldMkLst>
      </pc:sldChg>
      <pc:sldChg chg="del">
        <pc:chgData name="Thüss RM, Remi" userId="0a54d0de-b609-4555-b731-bb7267ce5668" providerId="ADAL" clId="{D01380A9-6D00-4550-BEE4-99D3240D59CA}" dt="2023-04-19T13:18:12.782" v="24" actId="47"/>
        <pc:sldMkLst>
          <pc:docMk/>
          <pc:sldMk cId="3305877861" sldId="272"/>
        </pc:sldMkLst>
      </pc:sldChg>
      <pc:sldChg chg="addSp delSp modSp mod modAnim">
        <pc:chgData name="Thüss RM, Remi" userId="0a54d0de-b609-4555-b731-bb7267ce5668" providerId="ADAL" clId="{D01380A9-6D00-4550-BEE4-99D3240D59CA}" dt="2023-04-19T14:09:23.380" v="231" actId="1076"/>
        <pc:sldMkLst>
          <pc:docMk/>
          <pc:sldMk cId="2701982780" sldId="275"/>
        </pc:sldMkLst>
        <pc:spChg chg="mod">
          <ac:chgData name="Thüss RM, Remi" userId="0a54d0de-b609-4555-b731-bb7267ce5668" providerId="ADAL" clId="{D01380A9-6D00-4550-BEE4-99D3240D59CA}" dt="2023-04-19T13:20:19.885" v="153" actId="255"/>
          <ac:spMkLst>
            <pc:docMk/>
            <pc:sldMk cId="2701982780" sldId="275"/>
            <ac:spMk id="5" creationId="{AF22ADAA-A962-8944-AD14-23A328386956}"/>
          </ac:spMkLst>
        </pc:spChg>
        <pc:spChg chg="del">
          <ac:chgData name="Thüss RM, Remi" userId="0a54d0de-b609-4555-b731-bb7267ce5668" providerId="ADAL" clId="{D01380A9-6D00-4550-BEE4-99D3240D59CA}" dt="2023-04-19T13:16:24.307" v="4" actId="478"/>
          <ac:spMkLst>
            <pc:docMk/>
            <pc:sldMk cId="2701982780" sldId="275"/>
            <ac:spMk id="6" creationId="{5607DDF2-4BD5-AE44-B338-9D054C7D1C9E}"/>
          </ac:spMkLst>
        </pc:spChg>
        <pc:spChg chg="add del mod">
          <ac:chgData name="Thüss RM, Remi" userId="0a54d0de-b609-4555-b731-bb7267ce5668" providerId="ADAL" clId="{D01380A9-6D00-4550-BEE4-99D3240D59CA}" dt="2023-04-19T13:16:50.430" v="7" actId="478"/>
          <ac:spMkLst>
            <pc:docMk/>
            <pc:sldMk cId="2701982780" sldId="275"/>
            <ac:spMk id="8" creationId="{49F3CD7E-67DE-CFE4-F770-210561889AB3}"/>
          </ac:spMkLst>
        </pc:spChg>
        <pc:spChg chg="add del mod">
          <ac:chgData name="Thüss RM, Remi" userId="0a54d0de-b609-4555-b731-bb7267ce5668" providerId="ADAL" clId="{D01380A9-6D00-4550-BEE4-99D3240D59CA}" dt="2023-04-19T13:17:37.411" v="18" actId="478"/>
          <ac:spMkLst>
            <pc:docMk/>
            <pc:sldMk cId="2701982780" sldId="275"/>
            <ac:spMk id="9" creationId="{7F71AE9A-4994-8F08-A6C8-9BDCEE07ECED}"/>
          </ac:spMkLst>
        </pc:spChg>
        <pc:spChg chg="add del mod">
          <ac:chgData name="Thüss RM, Remi" userId="0a54d0de-b609-4555-b731-bb7267ce5668" providerId="ADAL" clId="{D01380A9-6D00-4550-BEE4-99D3240D59CA}" dt="2023-04-19T13:21:54.312" v="224" actId="478"/>
          <ac:spMkLst>
            <pc:docMk/>
            <pc:sldMk cId="2701982780" sldId="275"/>
            <ac:spMk id="10" creationId="{EFD2BF20-4D02-8B44-22FA-1276BCFAB7DA}"/>
          </ac:spMkLst>
        </pc:spChg>
        <pc:spChg chg="add">
          <ac:chgData name="Thüss RM, Remi" userId="0a54d0de-b609-4555-b731-bb7267ce5668" providerId="ADAL" clId="{D01380A9-6D00-4550-BEE4-99D3240D59CA}" dt="2023-04-19T14:08:54.028" v="227" actId="22"/>
          <ac:spMkLst>
            <pc:docMk/>
            <pc:sldMk cId="2701982780" sldId="275"/>
            <ac:spMk id="13" creationId="{B101DDAF-AED7-5272-8B6F-1F14054C9F3A}"/>
          </ac:spMkLst>
        </pc:spChg>
        <pc:picChg chg="add mod">
          <ac:chgData name="Thüss RM, Remi" userId="0a54d0de-b609-4555-b731-bb7267ce5668" providerId="ADAL" clId="{D01380A9-6D00-4550-BEE4-99D3240D59CA}" dt="2023-04-19T14:09:23.380" v="231" actId="1076"/>
          <ac:picMkLst>
            <pc:docMk/>
            <pc:sldMk cId="2701982780" sldId="275"/>
            <ac:picMk id="11" creationId="{7C0881D0-F32C-F7E3-EC4C-AFEF9201FAC9}"/>
          </ac:picMkLst>
        </pc:picChg>
        <pc:picChg chg="add del">
          <ac:chgData name="Thüss RM, Remi" userId="0a54d0de-b609-4555-b731-bb7267ce5668" providerId="ADAL" clId="{D01380A9-6D00-4550-BEE4-99D3240D59CA}" dt="2023-04-19T13:16:47.961" v="6" actId="478"/>
          <ac:picMkLst>
            <pc:docMk/>
            <pc:sldMk cId="2701982780" sldId="275"/>
            <ac:picMk id="1026" creationId="{6D9F96FC-7526-2B3E-7EC6-5FF7EF8EA3E5}"/>
          </ac:picMkLst>
        </pc:picChg>
        <pc:picChg chg="add del mod">
          <ac:chgData name="Thüss RM, Remi" userId="0a54d0de-b609-4555-b731-bb7267ce5668" providerId="ADAL" clId="{D01380A9-6D00-4550-BEE4-99D3240D59CA}" dt="2023-04-19T13:21:54.312" v="224" actId="478"/>
          <ac:picMkLst>
            <pc:docMk/>
            <pc:sldMk cId="2701982780" sldId="275"/>
            <ac:picMk id="1028" creationId="{99C7DFFD-D4C6-8DAD-0863-AC6FFD18B85B}"/>
          </ac:picMkLst>
        </pc:picChg>
      </pc:sldChg>
      <pc:sldChg chg="del">
        <pc:chgData name="Thüss RM, Remi" userId="0a54d0de-b609-4555-b731-bb7267ce5668" providerId="ADAL" clId="{D01380A9-6D00-4550-BEE4-99D3240D59CA}" dt="2023-04-19T13:18:12.782" v="24" actId="47"/>
        <pc:sldMkLst>
          <pc:docMk/>
          <pc:sldMk cId="2735592712" sldId="276"/>
        </pc:sldMkLst>
      </pc:sldChg>
      <pc:sldChg chg="delSp modSp add mod">
        <pc:chgData name="Thüss RM, Remi" userId="0a54d0de-b609-4555-b731-bb7267ce5668" providerId="ADAL" clId="{D01380A9-6D00-4550-BEE4-99D3240D59CA}" dt="2023-04-19T13:20:52.622" v="178" actId="20577"/>
        <pc:sldMkLst>
          <pc:docMk/>
          <pc:sldMk cId="3650350678" sldId="276"/>
        </pc:sldMkLst>
        <pc:spChg chg="mod">
          <ac:chgData name="Thüss RM, Remi" userId="0a54d0de-b609-4555-b731-bb7267ce5668" providerId="ADAL" clId="{D01380A9-6D00-4550-BEE4-99D3240D59CA}" dt="2023-04-19T13:20:52.622" v="178" actId="20577"/>
          <ac:spMkLst>
            <pc:docMk/>
            <pc:sldMk cId="3650350678" sldId="276"/>
            <ac:spMk id="5" creationId="{AF22ADAA-A962-8944-AD14-23A328386956}"/>
          </ac:spMkLst>
        </pc:spChg>
        <pc:spChg chg="del">
          <ac:chgData name="Thüss RM, Remi" userId="0a54d0de-b609-4555-b731-bb7267ce5668" providerId="ADAL" clId="{D01380A9-6D00-4550-BEE4-99D3240D59CA}" dt="2023-04-19T13:20:35.626" v="155" actId="478"/>
          <ac:spMkLst>
            <pc:docMk/>
            <pc:sldMk cId="3650350678" sldId="276"/>
            <ac:spMk id="10" creationId="{EFD2BF20-4D02-8B44-22FA-1276BCFAB7DA}"/>
          </ac:spMkLst>
        </pc:spChg>
        <pc:picChg chg="del">
          <ac:chgData name="Thüss RM, Remi" userId="0a54d0de-b609-4555-b731-bb7267ce5668" providerId="ADAL" clId="{D01380A9-6D00-4550-BEE4-99D3240D59CA}" dt="2023-04-19T13:20:37.609" v="156" actId="478"/>
          <ac:picMkLst>
            <pc:docMk/>
            <pc:sldMk cId="3650350678" sldId="276"/>
            <ac:picMk id="1028" creationId="{99C7DFFD-D4C6-8DAD-0863-AC6FFD18B85B}"/>
          </ac:picMkLst>
        </pc:picChg>
      </pc:sldChg>
      <pc:sldChg chg="modSp add mod">
        <pc:chgData name="Thüss RM, Remi" userId="0a54d0de-b609-4555-b731-bb7267ce5668" providerId="ADAL" clId="{D01380A9-6D00-4550-BEE4-99D3240D59CA}" dt="2023-04-19T13:21:20.308" v="203" actId="20577"/>
        <pc:sldMkLst>
          <pc:docMk/>
          <pc:sldMk cId="153556328" sldId="277"/>
        </pc:sldMkLst>
        <pc:spChg chg="mod">
          <ac:chgData name="Thüss RM, Remi" userId="0a54d0de-b609-4555-b731-bb7267ce5668" providerId="ADAL" clId="{D01380A9-6D00-4550-BEE4-99D3240D59CA}" dt="2023-04-19T13:21:20.308" v="203" actId="20577"/>
          <ac:spMkLst>
            <pc:docMk/>
            <pc:sldMk cId="153556328" sldId="277"/>
            <ac:spMk id="5" creationId="{AF22ADAA-A962-8944-AD14-23A328386956}"/>
          </ac:spMkLst>
        </pc:spChg>
      </pc:sldChg>
      <pc:sldChg chg="del">
        <pc:chgData name="Thüss RM, Remi" userId="0a54d0de-b609-4555-b731-bb7267ce5668" providerId="ADAL" clId="{D01380A9-6D00-4550-BEE4-99D3240D59CA}" dt="2023-04-19T13:18:12.782" v="24" actId="47"/>
        <pc:sldMkLst>
          <pc:docMk/>
          <pc:sldMk cId="349753099" sldId="277"/>
        </pc:sldMkLst>
      </pc:sldChg>
      <pc:sldChg chg="del">
        <pc:chgData name="Thüss RM, Remi" userId="0a54d0de-b609-4555-b731-bb7267ce5668" providerId="ADAL" clId="{D01380A9-6D00-4550-BEE4-99D3240D59CA}" dt="2023-04-19T13:18:12.782" v="24" actId="47"/>
        <pc:sldMkLst>
          <pc:docMk/>
          <pc:sldMk cId="483332825" sldId="278"/>
        </pc:sldMkLst>
      </pc:sldChg>
      <pc:sldChg chg="modSp add mod">
        <pc:chgData name="Thüss RM, Remi" userId="0a54d0de-b609-4555-b731-bb7267ce5668" providerId="ADAL" clId="{D01380A9-6D00-4550-BEE4-99D3240D59CA}" dt="2023-04-19T13:21:29.968" v="220" actId="20577"/>
        <pc:sldMkLst>
          <pc:docMk/>
          <pc:sldMk cId="829720153" sldId="278"/>
        </pc:sldMkLst>
        <pc:spChg chg="mod">
          <ac:chgData name="Thüss RM, Remi" userId="0a54d0de-b609-4555-b731-bb7267ce5668" providerId="ADAL" clId="{D01380A9-6D00-4550-BEE4-99D3240D59CA}" dt="2023-04-19T13:21:29.968" v="220" actId="20577"/>
          <ac:spMkLst>
            <pc:docMk/>
            <pc:sldMk cId="829720153" sldId="278"/>
            <ac:spMk id="5" creationId="{AF22ADAA-A962-8944-AD14-23A328386956}"/>
          </ac:spMkLst>
        </pc:spChg>
      </pc:sldChg>
      <pc:sldChg chg="addSp modSp add">
        <pc:chgData name="Thüss RM, Remi" userId="0a54d0de-b609-4555-b731-bb7267ce5668" providerId="ADAL" clId="{D01380A9-6D00-4550-BEE4-99D3240D59CA}" dt="2023-04-19T13:21:49.091" v="222"/>
        <pc:sldMkLst>
          <pc:docMk/>
          <pc:sldMk cId="1579076053" sldId="279"/>
        </pc:sldMkLst>
        <pc:spChg chg="add mod">
          <ac:chgData name="Thüss RM, Remi" userId="0a54d0de-b609-4555-b731-bb7267ce5668" providerId="ADAL" clId="{D01380A9-6D00-4550-BEE4-99D3240D59CA}" dt="2023-04-19T13:21:49.091" v="222"/>
          <ac:spMkLst>
            <pc:docMk/>
            <pc:sldMk cId="1579076053" sldId="279"/>
            <ac:spMk id="6" creationId="{AFB7155F-9503-E60E-B1A6-65D1B0684A93}"/>
          </ac:spMkLst>
        </pc:spChg>
        <pc:picChg chg="add mod">
          <ac:chgData name="Thüss RM, Remi" userId="0a54d0de-b609-4555-b731-bb7267ce5668" providerId="ADAL" clId="{D01380A9-6D00-4550-BEE4-99D3240D59CA}" dt="2023-04-19T13:21:49.091" v="222"/>
          <ac:picMkLst>
            <pc:docMk/>
            <pc:sldMk cId="1579076053" sldId="279"/>
            <ac:picMk id="7" creationId="{DCF434AC-D16A-AE87-2AB3-8464F68154C9}"/>
          </ac:picMkLst>
        </pc:picChg>
      </pc:sldChg>
      <pc:sldChg chg="del">
        <pc:chgData name="Thüss RM, Remi" userId="0a54d0de-b609-4555-b731-bb7267ce5668" providerId="ADAL" clId="{D01380A9-6D00-4550-BEE4-99D3240D59CA}" dt="2023-04-19T13:18:12.782" v="24" actId="47"/>
        <pc:sldMkLst>
          <pc:docMk/>
          <pc:sldMk cId="4106739452" sldId="279"/>
        </pc:sldMkLst>
      </pc:sldChg>
      <pc:sldChg chg="del">
        <pc:chgData name="Thüss RM, Remi" userId="0a54d0de-b609-4555-b731-bb7267ce5668" providerId="ADAL" clId="{D01380A9-6D00-4550-BEE4-99D3240D59CA}" dt="2023-04-19T13:18:12.782" v="24" actId="47"/>
        <pc:sldMkLst>
          <pc:docMk/>
          <pc:sldMk cId="1311603486" sldId="280"/>
        </pc:sldMkLst>
      </pc:sldChg>
      <pc:sldChg chg="addSp delSp modSp add mod delAnim">
        <pc:chgData name="Thüss RM, Remi" userId="0a54d0de-b609-4555-b731-bb7267ce5668" providerId="ADAL" clId="{D01380A9-6D00-4550-BEE4-99D3240D59CA}" dt="2023-05-08T14:29:33.185" v="242" actId="1076"/>
        <pc:sldMkLst>
          <pc:docMk/>
          <pc:sldMk cId="2358882096" sldId="280"/>
        </pc:sldMkLst>
        <pc:picChg chg="add mod">
          <ac:chgData name="Thüss RM, Remi" userId="0a54d0de-b609-4555-b731-bb7267ce5668" providerId="ADAL" clId="{D01380A9-6D00-4550-BEE4-99D3240D59CA}" dt="2023-05-08T14:27:49.428" v="235" actId="1076"/>
          <ac:picMkLst>
            <pc:docMk/>
            <pc:sldMk cId="2358882096" sldId="280"/>
            <ac:picMk id="7" creationId="{C02DE19D-D415-26D2-A70C-ED24FC07BB09}"/>
          </ac:picMkLst>
        </pc:picChg>
        <pc:picChg chg="add mod">
          <ac:chgData name="Thüss RM, Remi" userId="0a54d0de-b609-4555-b731-bb7267ce5668" providerId="ADAL" clId="{D01380A9-6D00-4550-BEE4-99D3240D59CA}" dt="2023-05-08T14:29:33.185" v="242" actId="1076"/>
          <ac:picMkLst>
            <pc:docMk/>
            <pc:sldMk cId="2358882096" sldId="280"/>
            <ac:picMk id="9" creationId="{945D395B-0907-9419-0CDE-60D1E2944BF9}"/>
          </ac:picMkLst>
        </pc:picChg>
        <pc:picChg chg="del">
          <ac:chgData name="Thüss RM, Remi" userId="0a54d0de-b609-4555-b731-bb7267ce5668" providerId="ADAL" clId="{D01380A9-6D00-4550-BEE4-99D3240D59CA}" dt="2023-05-08T13:51:55.471" v="233" actId="478"/>
          <ac:picMkLst>
            <pc:docMk/>
            <pc:sldMk cId="2358882096" sldId="280"/>
            <ac:picMk id="11" creationId="{7C0881D0-F32C-F7E3-EC4C-AFEF9201FAC9}"/>
          </ac:picMkLst>
        </pc:picChg>
        <pc:picChg chg="add mod">
          <ac:chgData name="Thüss RM, Remi" userId="0a54d0de-b609-4555-b731-bb7267ce5668" providerId="ADAL" clId="{D01380A9-6D00-4550-BEE4-99D3240D59CA}" dt="2023-05-08T14:29:24.953" v="241" actId="14100"/>
          <ac:picMkLst>
            <pc:docMk/>
            <pc:sldMk cId="2358882096" sldId="280"/>
            <ac:picMk id="12" creationId="{1866AF44-8223-4843-5932-6832C7951B9E}"/>
          </ac:picMkLst>
        </pc:picChg>
      </pc:sldChg>
    </pc:docChg>
  </pc:docChgLst>
  <pc:docChgLst>
    <pc:chgData name="Thüss RM, Remi" userId="0a54d0de-b609-4555-b731-bb7267ce5668" providerId="ADAL" clId="{326FCE09-E51B-458F-BFC2-28FC736404DE}"/>
    <pc:docChg chg="custSel modSld">
      <pc:chgData name="Thüss RM, Remi" userId="0a54d0de-b609-4555-b731-bb7267ce5668" providerId="ADAL" clId="{326FCE09-E51B-458F-BFC2-28FC736404DE}" dt="2023-12-07T16:05:03.985" v="59" actId="20577"/>
      <pc:docMkLst>
        <pc:docMk/>
      </pc:docMkLst>
      <pc:sldChg chg="modSp mod">
        <pc:chgData name="Thüss RM, Remi" userId="0a54d0de-b609-4555-b731-bb7267ce5668" providerId="ADAL" clId="{326FCE09-E51B-458F-BFC2-28FC736404DE}" dt="2023-12-07T16:05:03.985" v="59" actId="20577"/>
        <pc:sldMkLst>
          <pc:docMk/>
          <pc:sldMk cId="4088343165" sldId="283"/>
        </pc:sldMkLst>
        <pc:spChg chg="mod">
          <ac:chgData name="Thüss RM, Remi" userId="0a54d0de-b609-4555-b731-bb7267ce5668" providerId="ADAL" clId="{326FCE09-E51B-458F-BFC2-28FC736404DE}" dt="2023-12-07T16:05:03.985" v="59" actId="20577"/>
          <ac:spMkLst>
            <pc:docMk/>
            <pc:sldMk cId="4088343165" sldId="283"/>
            <ac:spMk id="6" creationId="{5607DDF2-4BD5-AE44-B338-9D054C7D1C9E}"/>
          </ac:spMkLst>
        </pc:spChg>
      </pc:sldChg>
    </pc:docChg>
  </pc:docChgLst>
  <pc:docChgLst>
    <pc:chgData name="Thüss RM, Remi" userId="0a54d0de-b609-4555-b731-bb7267ce5668" providerId="ADAL" clId="{440A2C61-AA81-466B-96D4-58272DADD702}"/>
    <pc:docChg chg="undo custSel modSld">
      <pc:chgData name="Thüss RM, Remi" userId="0a54d0de-b609-4555-b731-bb7267ce5668" providerId="ADAL" clId="{440A2C61-AA81-466B-96D4-58272DADD702}" dt="2023-07-11T10:55:02.536" v="99" actId="115"/>
      <pc:docMkLst>
        <pc:docMk/>
      </pc:docMkLst>
      <pc:sldChg chg="addSp modSp mod">
        <pc:chgData name="Thüss RM, Remi" userId="0a54d0de-b609-4555-b731-bb7267ce5668" providerId="ADAL" clId="{440A2C61-AA81-466B-96D4-58272DADD702}" dt="2023-07-11T10:55:02.536" v="99" actId="115"/>
        <pc:sldMkLst>
          <pc:docMk/>
          <pc:sldMk cId="4271081393" sldId="271"/>
        </pc:sldMkLst>
        <pc:spChg chg="mod">
          <ac:chgData name="Thüss RM, Remi" userId="0a54d0de-b609-4555-b731-bb7267ce5668" providerId="ADAL" clId="{440A2C61-AA81-466B-96D4-58272DADD702}" dt="2023-07-11T10:51:01.446" v="5" actId="1076"/>
          <ac:spMkLst>
            <pc:docMk/>
            <pc:sldMk cId="4271081393" sldId="271"/>
            <ac:spMk id="2" creationId="{A7A19D3A-C8E7-E574-96D9-68FF9E823D0A}"/>
          </ac:spMkLst>
        </pc:spChg>
        <pc:spChg chg="add mod ord">
          <ac:chgData name="Thüss RM, Remi" userId="0a54d0de-b609-4555-b731-bb7267ce5668" providerId="ADAL" clId="{440A2C61-AA81-466B-96D4-58272DADD702}" dt="2023-07-11T10:55:02.536" v="99" actId="115"/>
          <ac:spMkLst>
            <pc:docMk/>
            <pc:sldMk cId="4271081393" sldId="271"/>
            <ac:spMk id="6" creationId="{ABB2F3BC-D285-179D-4E1E-C826112C9E51}"/>
          </ac:spMkLst>
        </pc:spChg>
        <pc:picChg chg="mod">
          <ac:chgData name="Thüss RM, Remi" userId="0a54d0de-b609-4555-b731-bb7267ce5668" providerId="ADAL" clId="{440A2C61-AA81-466B-96D4-58272DADD702}" dt="2023-07-11T10:51:01.446" v="5" actId="1076"/>
          <ac:picMkLst>
            <pc:docMk/>
            <pc:sldMk cId="4271081393" sldId="271"/>
            <ac:picMk id="4" creationId="{9AF0BE3A-6954-6CCC-5CC9-8337C2DF911A}"/>
          </ac:picMkLst>
        </pc:picChg>
      </pc:sldChg>
    </pc:docChg>
  </pc:docChgLst>
  <pc:docChgLst>
    <pc:chgData name="Thüss RM, Remi" userId="0a54d0de-b609-4555-b731-bb7267ce5668" providerId="ADAL" clId="{05736F96-F736-41D1-8F65-E13020D6BAEB}"/>
    <pc:docChg chg="undo custSel addSld delSld modSld sldOrd modSection">
      <pc:chgData name="Thüss RM, Remi" userId="0a54d0de-b609-4555-b731-bb7267ce5668" providerId="ADAL" clId="{05736F96-F736-41D1-8F65-E13020D6BAEB}" dt="2024-03-19T10:30:35.026" v="711" actId="115"/>
      <pc:docMkLst>
        <pc:docMk/>
      </pc:docMkLst>
      <pc:sldChg chg="modSp mod">
        <pc:chgData name="Thüss RM, Remi" userId="0a54d0de-b609-4555-b731-bb7267ce5668" providerId="ADAL" clId="{05736F96-F736-41D1-8F65-E13020D6BAEB}" dt="2024-03-15T10:39:39.227" v="84" actId="20577"/>
        <pc:sldMkLst>
          <pc:docMk/>
          <pc:sldMk cId="1631541359" sldId="262"/>
        </pc:sldMkLst>
        <pc:spChg chg="mod">
          <ac:chgData name="Thüss RM, Remi" userId="0a54d0de-b609-4555-b731-bb7267ce5668" providerId="ADAL" clId="{05736F96-F736-41D1-8F65-E13020D6BAEB}" dt="2024-03-15T10:39:39.227" v="84" actId="20577"/>
          <ac:spMkLst>
            <pc:docMk/>
            <pc:sldMk cId="1631541359" sldId="262"/>
            <ac:spMk id="6" creationId="{5607DDF2-4BD5-AE44-B338-9D054C7D1C9E}"/>
          </ac:spMkLst>
        </pc:spChg>
      </pc:sldChg>
      <pc:sldChg chg="modSp mod">
        <pc:chgData name="Thüss RM, Remi" userId="0a54d0de-b609-4555-b731-bb7267ce5668" providerId="ADAL" clId="{05736F96-F736-41D1-8F65-E13020D6BAEB}" dt="2024-03-15T08:53:29.714" v="5" actId="20577"/>
        <pc:sldMkLst>
          <pc:docMk/>
          <pc:sldMk cId="3093389630" sldId="270"/>
        </pc:sldMkLst>
        <pc:spChg chg="mod">
          <ac:chgData name="Thüss RM, Remi" userId="0a54d0de-b609-4555-b731-bb7267ce5668" providerId="ADAL" clId="{05736F96-F736-41D1-8F65-E13020D6BAEB}" dt="2024-03-15T08:53:29.714" v="5" actId="20577"/>
          <ac:spMkLst>
            <pc:docMk/>
            <pc:sldMk cId="3093389630" sldId="270"/>
            <ac:spMk id="2" creationId="{29525EE7-670F-0139-0594-29D61E17126F}"/>
          </ac:spMkLst>
        </pc:spChg>
      </pc:sldChg>
      <pc:sldChg chg="delSp modSp mod">
        <pc:chgData name="Thüss RM, Remi" userId="0a54d0de-b609-4555-b731-bb7267ce5668" providerId="ADAL" clId="{05736F96-F736-41D1-8F65-E13020D6BAEB}" dt="2024-03-15T08:53:22.996" v="4" actId="478"/>
        <pc:sldMkLst>
          <pc:docMk/>
          <pc:sldMk cId="4271081393" sldId="271"/>
        </pc:sldMkLst>
        <pc:spChg chg="del">
          <ac:chgData name="Thüss RM, Remi" userId="0a54d0de-b609-4555-b731-bb7267ce5668" providerId="ADAL" clId="{05736F96-F736-41D1-8F65-E13020D6BAEB}" dt="2024-03-15T08:53:21.827" v="3" actId="478"/>
          <ac:spMkLst>
            <pc:docMk/>
            <pc:sldMk cId="4271081393" sldId="271"/>
            <ac:spMk id="2" creationId="{A7A19D3A-C8E7-E574-96D9-68FF9E823D0A}"/>
          </ac:spMkLst>
        </pc:spChg>
        <pc:spChg chg="mod">
          <ac:chgData name="Thüss RM, Remi" userId="0a54d0de-b609-4555-b731-bb7267ce5668" providerId="ADAL" clId="{05736F96-F736-41D1-8F65-E13020D6BAEB}" dt="2024-03-15T08:53:17.658" v="2" actId="20577"/>
          <ac:spMkLst>
            <pc:docMk/>
            <pc:sldMk cId="4271081393" sldId="271"/>
            <ac:spMk id="6" creationId="{ABB2F3BC-D285-179D-4E1E-C826112C9E51}"/>
          </ac:spMkLst>
        </pc:spChg>
        <pc:picChg chg="del">
          <ac:chgData name="Thüss RM, Remi" userId="0a54d0de-b609-4555-b731-bb7267ce5668" providerId="ADAL" clId="{05736F96-F736-41D1-8F65-E13020D6BAEB}" dt="2024-03-15T08:53:22.996" v="4" actId="478"/>
          <ac:picMkLst>
            <pc:docMk/>
            <pc:sldMk cId="4271081393" sldId="271"/>
            <ac:picMk id="4" creationId="{9AF0BE3A-6954-6CCC-5CC9-8337C2DF911A}"/>
          </ac:picMkLst>
        </pc:picChg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208730491" sldId="272"/>
        </pc:sldMkLst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55210359" sldId="273"/>
        </pc:sldMkLst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784572851" sldId="282"/>
        </pc:sldMkLst>
      </pc:sldChg>
      <pc:sldChg chg="modSp add mod ord">
        <pc:chgData name="Thüss RM, Remi" userId="0a54d0de-b609-4555-b731-bb7267ce5668" providerId="ADAL" clId="{05736F96-F736-41D1-8F65-E13020D6BAEB}" dt="2024-03-15T16:03:06.703" v="458"/>
        <pc:sldMkLst>
          <pc:docMk/>
          <pc:sldMk cId="2166838185" sldId="282"/>
        </pc:sldMkLst>
        <pc:spChg chg="mod">
          <ac:chgData name="Thüss RM, Remi" userId="0a54d0de-b609-4555-b731-bb7267ce5668" providerId="ADAL" clId="{05736F96-F736-41D1-8F65-E13020D6BAEB}" dt="2024-03-15T11:06:28.740" v="355" actId="20577"/>
          <ac:spMkLst>
            <pc:docMk/>
            <pc:sldMk cId="2166838185" sldId="282"/>
            <ac:spMk id="5" creationId="{AF22ADAA-A962-8944-AD14-23A328386956}"/>
          </ac:spMkLst>
        </pc:spChg>
        <pc:spChg chg="mod">
          <ac:chgData name="Thüss RM, Remi" userId="0a54d0de-b609-4555-b731-bb7267ce5668" providerId="ADAL" clId="{05736F96-F736-41D1-8F65-E13020D6BAEB}" dt="2024-03-15T10:57:02.256" v="243"/>
          <ac:spMkLst>
            <pc:docMk/>
            <pc:sldMk cId="2166838185" sldId="282"/>
            <ac:spMk id="6" creationId="{5607DDF2-4BD5-AE44-B338-9D054C7D1C9E}"/>
          </ac:spMkLst>
        </pc:spChg>
      </pc:sldChg>
      <pc:sldChg chg="addSp delSp modSp add mod">
        <pc:chgData name="Thüss RM, Remi" userId="0a54d0de-b609-4555-b731-bb7267ce5668" providerId="ADAL" clId="{05736F96-F736-41D1-8F65-E13020D6BAEB}" dt="2024-03-15T11:06:00.456" v="345" actId="20577"/>
        <pc:sldMkLst>
          <pc:docMk/>
          <pc:sldMk cId="1648753871" sldId="283"/>
        </pc:sldMkLst>
        <pc:spChg chg="mod">
          <ac:chgData name="Thüss RM, Remi" userId="0a54d0de-b609-4555-b731-bb7267ce5668" providerId="ADAL" clId="{05736F96-F736-41D1-8F65-E13020D6BAEB}" dt="2024-03-15T11:06:00.456" v="345" actId="20577"/>
          <ac:spMkLst>
            <pc:docMk/>
            <pc:sldMk cId="1648753871" sldId="283"/>
            <ac:spMk id="5" creationId="{AF22ADAA-A962-8944-AD14-23A328386956}"/>
          </ac:spMkLst>
        </pc:spChg>
        <pc:spChg chg="del">
          <ac:chgData name="Thüss RM, Remi" userId="0a54d0de-b609-4555-b731-bb7267ce5668" providerId="ADAL" clId="{05736F96-F736-41D1-8F65-E13020D6BAEB}" dt="2024-03-15T10:57:07.386" v="245" actId="478"/>
          <ac:spMkLst>
            <pc:docMk/>
            <pc:sldMk cId="1648753871" sldId="283"/>
            <ac:spMk id="6" creationId="{5607DDF2-4BD5-AE44-B338-9D054C7D1C9E}"/>
          </ac:spMkLst>
        </pc:spChg>
        <pc:spChg chg="add del mod">
          <ac:chgData name="Thüss RM, Remi" userId="0a54d0de-b609-4555-b731-bb7267ce5668" providerId="ADAL" clId="{05736F96-F736-41D1-8F65-E13020D6BAEB}" dt="2024-03-15T10:59:21.128" v="246"/>
          <ac:spMkLst>
            <pc:docMk/>
            <pc:sldMk cId="1648753871" sldId="283"/>
            <ac:spMk id="8" creationId="{E74EB2C1-32EA-BEE2-AE57-2E551B1A546E}"/>
          </ac:spMkLst>
        </pc:spChg>
        <pc:picChg chg="add mod">
          <ac:chgData name="Thüss RM, Remi" userId="0a54d0de-b609-4555-b731-bb7267ce5668" providerId="ADAL" clId="{05736F96-F736-41D1-8F65-E13020D6BAEB}" dt="2024-03-15T11:00:26.187" v="269" actId="1076"/>
          <ac:picMkLst>
            <pc:docMk/>
            <pc:sldMk cId="1648753871" sldId="283"/>
            <ac:picMk id="10" creationId="{22CD06BE-3A40-7A53-99F9-31EBB262456D}"/>
          </ac:picMkLst>
        </pc:picChg>
        <pc:picChg chg="add mod">
          <ac:chgData name="Thüss RM, Remi" userId="0a54d0de-b609-4555-b731-bb7267ce5668" providerId="ADAL" clId="{05736F96-F736-41D1-8F65-E13020D6BAEB}" dt="2024-03-15T11:00:15.826" v="264" actId="14100"/>
          <ac:picMkLst>
            <pc:docMk/>
            <pc:sldMk cId="1648753871" sldId="283"/>
            <ac:picMk id="12" creationId="{12A5E76E-5444-D820-BB54-B296177B8E50}"/>
          </ac:picMkLst>
        </pc:picChg>
        <pc:picChg chg="add mod">
          <ac:chgData name="Thüss RM, Remi" userId="0a54d0de-b609-4555-b731-bb7267ce5668" providerId="ADAL" clId="{05736F96-F736-41D1-8F65-E13020D6BAEB}" dt="2024-03-15T11:00:24.169" v="268" actId="1076"/>
          <ac:picMkLst>
            <pc:docMk/>
            <pc:sldMk cId="1648753871" sldId="283"/>
            <ac:picMk id="13" creationId="{B4460C7A-4DB3-D4BA-1797-FCC1133B6E1A}"/>
          </ac:picMkLst>
        </pc:picChg>
        <pc:picChg chg="add mod">
          <ac:chgData name="Thüss RM, Remi" userId="0a54d0de-b609-4555-b731-bb7267ce5668" providerId="ADAL" clId="{05736F96-F736-41D1-8F65-E13020D6BAEB}" dt="2024-03-15T11:00:31.352" v="274" actId="1076"/>
          <ac:picMkLst>
            <pc:docMk/>
            <pc:sldMk cId="1648753871" sldId="283"/>
            <ac:picMk id="14" creationId="{5C270A01-1521-C20D-B5FF-F01B6F666CF2}"/>
          </ac:picMkLst>
        </pc:picChg>
        <pc:picChg chg="add mod">
          <ac:chgData name="Thüss RM, Remi" userId="0a54d0de-b609-4555-b731-bb7267ce5668" providerId="ADAL" clId="{05736F96-F736-41D1-8F65-E13020D6BAEB}" dt="2024-03-15T11:00:33.737" v="275" actId="1076"/>
          <ac:picMkLst>
            <pc:docMk/>
            <pc:sldMk cId="1648753871" sldId="283"/>
            <ac:picMk id="15" creationId="{3FF4B594-66F9-3475-9718-DEC9EBD36705}"/>
          </ac:picMkLst>
        </pc:picChg>
        <pc:picChg chg="add del mod">
          <ac:chgData name="Thüss RM, Remi" userId="0a54d0de-b609-4555-b731-bb7267ce5668" providerId="ADAL" clId="{05736F96-F736-41D1-8F65-E13020D6BAEB}" dt="2024-03-15T11:01:29.848" v="289" actId="478"/>
          <ac:picMkLst>
            <pc:docMk/>
            <pc:sldMk cId="1648753871" sldId="283"/>
            <ac:picMk id="17" creationId="{ABA1EA0F-7265-AEA8-1B72-15F2A7BF98FA}"/>
          </ac:picMkLst>
        </pc:picChg>
        <pc:picChg chg="add mod">
          <ac:chgData name="Thüss RM, Remi" userId="0a54d0de-b609-4555-b731-bb7267ce5668" providerId="ADAL" clId="{05736F96-F736-41D1-8F65-E13020D6BAEB}" dt="2024-03-15T11:01:15.594" v="283" actId="1076"/>
          <ac:picMkLst>
            <pc:docMk/>
            <pc:sldMk cId="1648753871" sldId="283"/>
            <ac:picMk id="18" creationId="{A42F5519-A04E-7021-7BCF-71D56E45D21D}"/>
          </ac:picMkLst>
        </pc:picChg>
        <pc:picChg chg="add mod">
          <ac:chgData name="Thüss RM, Remi" userId="0a54d0de-b609-4555-b731-bb7267ce5668" providerId="ADAL" clId="{05736F96-F736-41D1-8F65-E13020D6BAEB}" dt="2024-03-15T11:01:15.594" v="283" actId="1076"/>
          <ac:picMkLst>
            <pc:docMk/>
            <pc:sldMk cId="1648753871" sldId="283"/>
            <ac:picMk id="19" creationId="{DA29E38B-D377-79AC-96E3-9A55AAB05ABB}"/>
          </ac:picMkLst>
        </pc:picChg>
        <pc:picChg chg="add mod">
          <ac:chgData name="Thüss RM, Remi" userId="0a54d0de-b609-4555-b731-bb7267ce5668" providerId="ADAL" clId="{05736F96-F736-41D1-8F65-E13020D6BAEB}" dt="2024-03-15T11:01:15.594" v="283" actId="1076"/>
          <ac:picMkLst>
            <pc:docMk/>
            <pc:sldMk cId="1648753871" sldId="283"/>
            <ac:picMk id="20" creationId="{5A05342A-BCE2-FAF5-12C9-3DC563906C28}"/>
          </ac:picMkLst>
        </pc:picChg>
        <pc:picChg chg="add mod">
          <ac:chgData name="Thüss RM, Remi" userId="0a54d0de-b609-4555-b731-bb7267ce5668" providerId="ADAL" clId="{05736F96-F736-41D1-8F65-E13020D6BAEB}" dt="2024-03-15T11:01:15.594" v="283" actId="1076"/>
          <ac:picMkLst>
            <pc:docMk/>
            <pc:sldMk cId="1648753871" sldId="283"/>
            <ac:picMk id="21" creationId="{03F67A37-5F1B-08E1-1A94-54EB2D8504A1}"/>
          </ac:picMkLst>
        </pc:picChg>
        <pc:picChg chg="add mod">
          <ac:chgData name="Thüss RM, Remi" userId="0a54d0de-b609-4555-b731-bb7267ce5668" providerId="ADAL" clId="{05736F96-F736-41D1-8F65-E13020D6BAEB}" dt="2024-03-15T11:01:15.594" v="283" actId="1076"/>
          <ac:picMkLst>
            <pc:docMk/>
            <pc:sldMk cId="1648753871" sldId="283"/>
            <ac:picMk id="22" creationId="{C5AEA9EF-CFF0-68D7-1882-C71FC333260C}"/>
          </ac:picMkLst>
        </pc:picChg>
        <pc:picChg chg="add mod">
          <ac:chgData name="Thüss RM, Remi" userId="0a54d0de-b609-4555-b731-bb7267ce5668" providerId="ADAL" clId="{05736F96-F736-41D1-8F65-E13020D6BAEB}" dt="2024-03-15T11:01:18.923" v="285" actId="1076"/>
          <ac:picMkLst>
            <pc:docMk/>
            <pc:sldMk cId="1648753871" sldId="283"/>
            <ac:picMk id="23" creationId="{90B7AC3A-42DE-A5A9-9BA6-345E99EFE1E3}"/>
          </ac:picMkLst>
        </pc:picChg>
        <pc:picChg chg="add mod">
          <ac:chgData name="Thüss RM, Remi" userId="0a54d0de-b609-4555-b731-bb7267ce5668" providerId="ADAL" clId="{05736F96-F736-41D1-8F65-E13020D6BAEB}" dt="2024-03-15T11:01:18.923" v="285" actId="1076"/>
          <ac:picMkLst>
            <pc:docMk/>
            <pc:sldMk cId="1648753871" sldId="283"/>
            <ac:picMk id="24" creationId="{FBD0B996-5F39-3497-2909-CD1F0F9FE03E}"/>
          </ac:picMkLst>
        </pc:picChg>
        <pc:picChg chg="add mod">
          <ac:chgData name="Thüss RM, Remi" userId="0a54d0de-b609-4555-b731-bb7267ce5668" providerId="ADAL" clId="{05736F96-F736-41D1-8F65-E13020D6BAEB}" dt="2024-03-15T11:01:18.923" v="285" actId="1076"/>
          <ac:picMkLst>
            <pc:docMk/>
            <pc:sldMk cId="1648753871" sldId="283"/>
            <ac:picMk id="25" creationId="{163201B4-956A-B7A5-45CB-18F20D835BC6}"/>
          </ac:picMkLst>
        </pc:picChg>
        <pc:picChg chg="add mod">
          <ac:chgData name="Thüss RM, Remi" userId="0a54d0de-b609-4555-b731-bb7267ce5668" providerId="ADAL" clId="{05736F96-F736-41D1-8F65-E13020D6BAEB}" dt="2024-03-15T11:01:18.923" v="285" actId="1076"/>
          <ac:picMkLst>
            <pc:docMk/>
            <pc:sldMk cId="1648753871" sldId="283"/>
            <ac:picMk id="26" creationId="{ED611465-C038-651D-6FD4-D63FC04F15E4}"/>
          </ac:picMkLst>
        </pc:picChg>
        <pc:picChg chg="add mod">
          <ac:chgData name="Thüss RM, Remi" userId="0a54d0de-b609-4555-b731-bb7267ce5668" providerId="ADAL" clId="{05736F96-F736-41D1-8F65-E13020D6BAEB}" dt="2024-03-15T11:01:18.923" v="285" actId="1076"/>
          <ac:picMkLst>
            <pc:docMk/>
            <pc:sldMk cId="1648753871" sldId="283"/>
            <ac:picMk id="27" creationId="{B26B1C3A-BDC6-8767-1F58-A08770BC9834}"/>
          </ac:picMkLst>
        </pc:picChg>
        <pc:picChg chg="add mod">
          <ac:chgData name="Thüss RM, Remi" userId="0a54d0de-b609-4555-b731-bb7267ce5668" providerId="ADAL" clId="{05736F96-F736-41D1-8F65-E13020D6BAEB}" dt="2024-03-15T11:01:21.977" v="287" actId="1076"/>
          <ac:picMkLst>
            <pc:docMk/>
            <pc:sldMk cId="1648753871" sldId="283"/>
            <ac:picMk id="28" creationId="{D3139E00-ABC2-DFD9-F971-ADCD879A2A54}"/>
          </ac:picMkLst>
        </pc:picChg>
        <pc:picChg chg="add mod">
          <ac:chgData name="Thüss RM, Remi" userId="0a54d0de-b609-4555-b731-bb7267ce5668" providerId="ADAL" clId="{05736F96-F736-41D1-8F65-E13020D6BAEB}" dt="2024-03-15T11:01:21.977" v="287" actId="1076"/>
          <ac:picMkLst>
            <pc:docMk/>
            <pc:sldMk cId="1648753871" sldId="283"/>
            <ac:picMk id="29" creationId="{380D25C6-7D92-F1E0-9230-8E60C3DB6B1B}"/>
          </ac:picMkLst>
        </pc:picChg>
        <pc:picChg chg="add mod">
          <ac:chgData name="Thüss RM, Remi" userId="0a54d0de-b609-4555-b731-bb7267ce5668" providerId="ADAL" clId="{05736F96-F736-41D1-8F65-E13020D6BAEB}" dt="2024-03-15T11:01:21.977" v="287" actId="1076"/>
          <ac:picMkLst>
            <pc:docMk/>
            <pc:sldMk cId="1648753871" sldId="283"/>
            <ac:picMk id="30" creationId="{62D0261F-7806-85AB-323E-C691D25CC675}"/>
          </ac:picMkLst>
        </pc:picChg>
        <pc:picChg chg="add mod">
          <ac:chgData name="Thüss RM, Remi" userId="0a54d0de-b609-4555-b731-bb7267ce5668" providerId="ADAL" clId="{05736F96-F736-41D1-8F65-E13020D6BAEB}" dt="2024-03-15T11:01:21.977" v="287" actId="1076"/>
          <ac:picMkLst>
            <pc:docMk/>
            <pc:sldMk cId="1648753871" sldId="283"/>
            <ac:picMk id="31" creationId="{01B6358F-F07D-12C1-34FE-9CE9255C491A}"/>
          </ac:picMkLst>
        </pc:picChg>
        <pc:picChg chg="add mod">
          <ac:chgData name="Thüss RM, Remi" userId="0a54d0de-b609-4555-b731-bb7267ce5668" providerId="ADAL" clId="{05736F96-F736-41D1-8F65-E13020D6BAEB}" dt="2024-03-15T11:01:21.977" v="287" actId="1076"/>
          <ac:picMkLst>
            <pc:docMk/>
            <pc:sldMk cId="1648753871" sldId="283"/>
            <ac:picMk id="32" creationId="{1968CE62-B297-C9D2-50D7-FA273B27973D}"/>
          </ac:picMkLst>
        </pc:picChg>
        <pc:picChg chg="add mod">
          <ac:chgData name="Thüss RM, Remi" userId="0a54d0de-b609-4555-b731-bb7267ce5668" providerId="ADAL" clId="{05736F96-F736-41D1-8F65-E13020D6BAEB}" dt="2024-03-15T11:03:56.400" v="321"/>
          <ac:picMkLst>
            <pc:docMk/>
            <pc:sldMk cId="1648753871" sldId="283"/>
            <ac:picMk id="33" creationId="{FBE57D8E-16A1-4420-784F-D79D650627AD}"/>
          </ac:picMkLst>
        </pc:picChg>
        <pc:picChg chg="add mod">
          <ac:chgData name="Thüss RM, Remi" userId="0a54d0de-b609-4555-b731-bb7267ce5668" providerId="ADAL" clId="{05736F96-F736-41D1-8F65-E13020D6BAEB}" dt="2024-03-15T11:04:00.693" v="323"/>
          <ac:picMkLst>
            <pc:docMk/>
            <pc:sldMk cId="1648753871" sldId="283"/>
            <ac:picMk id="34" creationId="{B8EEBA36-44EF-18DE-8425-971B5F1F87A0}"/>
          </ac:picMkLst>
        </pc:picChg>
        <pc:picChg chg="add mod">
          <ac:chgData name="Thüss RM, Remi" userId="0a54d0de-b609-4555-b731-bb7267ce5668" providerId="ADAL" clId="{05736F96-F736-41D1-8F65-E13020D6BAEB}" dt="2024-03-15T11:04:33.664" v="328" actId="1076"/>
          <ac:picMkLst>
            <pc:docMk/>
            <pc:sldMk cId="1648753871" sldId="283"/>
            <ac:picMk id="36" creationId="{484157A4-EBA2-05CF-72A7-6853C1C51610}"/>
          </ac:picMkLst>
        </pc:picChg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4088343165" sldId="283"/>
        </pc:sldMkLst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1476420172" sldId="284"/>
        </pc:sldMkLst>
      </pc:sldChg>
      <pc:sldChg chg="addSp modSp add mod">
        <pc:chgData name="Thüss RM, Remi" userId="0a54d0de-b609-4555-b731-bb7267ce5668" providerId="ADAL" clId="{05736F96-F736-41D1-8F65-E13020D6BAEB}" dt="2024-03-15T11:06:05.700" v="346"/>
        <pc:sldMkLst>
          <pc:docMk/>
          <pc:sldMk cId="3832649212" sldId="284"/>
        </pc:sldMkLst>
        <pc:spChg chg="mod">
          <ac:chgData name="Thüss RM, Remi" userId="0a54d0de-b609-4555-b731-bb7267ce5668" providerId="ADAL" clId="{05736F96-F736-41D1-8F65-E13020D6BAEB}" dt="2024-03-15T11:06:05.700" v="346"/>
          <ac:spMkLst>
            <pc:docMk/>
            <pc:sldMk cId="3832649212" sldId="284"/>
            <ac:spMk id="5" creationId="{AF22ADAA-A962-8944-AD14-23A328386956}"/>
          </ac:spMkLst>
        </pc:spChg>
        <pc:picChg chg="add mod">
          <ac:chgData name="Thüss RM, Remi" userId="0a54d0de-b609-4555-b731-bb7267ce5668" providerId="ADAL" clId="{05736F96-F736-41D1-8F65-E13020D6BAEB}" dt="2024-03-15T11:01:51.506" v="295" actId="1076"/>
          <ac:picMkLst>
            <pc:docMk/>
            <pc:sldMk cId="3832649212" sldId="284"/>
            <ac:picMk id="6" creationId="{F54CCF78-5617-E444-E2F9-0C11645D66F2}"/>
          </ac:picMkLst>
        </pc:picChg>
        <pc:picChg chg="add mod">
          <ac:chgData name="Thüss RM, Remi" userId="0a54d0de-b609-4555-b731-bb7267ce5668" providerId="ADAL" clId="{05736F96-F736-41D1-8F65-E13020D6BAEB}" dt="2024-03-15T11:01:58.868" v="297" actId="1076"/>
          <ac:picMkLst>
            <pc:docMk/>
            <pc:sldMk cId="3832649212" sldId="284"/>
            <ac:picMk id="7" creationId="{184B233E-7D4F-8F7C-2718-367D6C2CA587}"/>
          </ac:picMkLst>
        </pc:picChg>
        <pc:picChg chg="add mod">
          <ac:chgData name="Thüss RM, Remi" userId="0a54d0de-b609-4555-b731-bb7267ce5668" providerId="ADAL" clId="{05736F96-F736-41D1-8F65-E13020D6BAEB}" dt="2024-03-15T11:02:01.546" v="299" actId="1076"/>
          <ac:picMkLst>
            <pc:docMk/>
            <pc:sldMk cId="3832649212" sldId="284"/>
            <ac:picMk id="8" creationId="{447A6731-EAD1-81FF-83E3-B7AB4D874786}"/>
          </ac:picMkLst>
        </pc:picChg>
        <pc:picChg chg="add mod">
          <ac:chgData name="Thüss RM, Remi" userId="0a54d0de-b609-4555-b731-bb7267ce5668" providerId="ADAL" clId="{05736F96-F736-41D1-8F65-E13020D6BAEB}" dt="2024-03-15T11:02:03.459" v="301" actId="1076"/>
          <ac:picMkLst>
            <pc:docMk/>
            <pc:sldMk cId="3832649212" sldId="284"/>
            <ac:picMk id="9" creationId="{F65D2F57-ED09-C2AE-31DB-5232973AE639}"/>
          </ac:picMkLst>
        </pc:picChg>
        <pc:picChg chg="add mod">
          <ac:chgData name="Thüss RM, Remi" userId="0a54d0de-b609-4555-b731-bb7267ce5668" providerId="ADAL" clId="{05736F96-F736-41D1-8F65-E13020D6BAEB}" dt="2024-03-15T11:02:05.443" v="303" actId="1076"/>
          <ac:picMkLst>
            <pc:docMk/>
            <pc:sldMk cId="3832649212" sldId="284"/>
            <ac:picMk id="11" creationId="{5F3D3C4B-65BA-3576-9A7F-EDD820BF90BD}"/>
          </ac:picMkLst>
        </pc:picChg>
        <pc:picChg chg="add mod">
          <ac:chgData name="Thüss RM, Remi" userId="0a54d0de-b609-4555-b731-bb7267ce5668" providerId="ADAL" clId="{05736F96-F736-41D1-8F65-E13020D6BAEB}" dt="2024-03-15T11:02:07.905" v="305" actId="1076"/>
          <ac:picMkLst>
            <pc:docMk/>
            <pc:sldMk cId="3832649212" sldId="284"/>
            <ac:picMk id="16" creationId="{0384E152-5A6D-EA76-C9C8-842D28C275C3}"/>
          </ac:picMkLst>
        </pc:picChg>
        <pc:picChg chg="mod">
          <ac:chgData name="Thüss RM, Remi" userId="0a54d0de-b609-4555-b731-bb7267ce5668" providerId="ADAL" clId="{05736F96-F736-41D1-8F65-E13020D6BAEB}" dt="2024-03-15T11:01:43.057" v="292" actId="1076"/>
          <ac:picMkLst>
            <pc:docMk/>
            <pc:sldMk cId="3832649212" sldId="284"/>
            <ac:picMk id="17" creationId="{ABA1EA0F-7265-AEA8-1B72-15F2A7BF98FA}"/>
          </ac:picMkLst>
        </pc:picChg>
        <pc:picChg chg="add mod">
          <ac:chgData name="Thüss RM, Remi" userId="0a54d0de-b609-4555-b731-bb7267ce5668" providerId="ADAL" clId="{05736F96-F736-41D1-8F65-E13020D6BAEB}" dt="2024-03-15T11:02:09.955" v="307" actId="1076"/>
          <ac:picMkLst>
            <pc:docMk/>
            <pc:sldMk cId="3832649212" sldId="284"/>
            <ac:picMk id="33" creationId="{2E468236-D9FB-B069-9361-88594A6EE3EF}"/>
          </ac:picMkLst>
        </pc:picChg>
        <pc:picChg chg="add mod">
          <ac:chgData name="Thüss RM, Remi" userId="0a54d0de-b609-4555-b731-bb7267ce5668" providerId="ADAL" clId="{05736F96-F736-41D1-8F65-E13020D6BAEB}" dt="2024-03-15T11:02:12.922" v="309" actId="1076"/>
          <ac:picMkLst>
            <pc:docMk/>
            <pc:sldMk cId="3832649212" sldId="284"/>
            <ac:picMk id="34" creationId="{D8050459-3FC2-691B-A8BF-CAD5DCE17FF2}"/>
          </ac:picMkLst>
        </pc:picChg>
        <pc:picChg chg="add mod">
          <ac:chgData name="Thüss RM, Remi" userId="0a54d0de-b609-4555-b731-bb7267ce5668" providerId="ADAL" clId="{05736F96-F736-41D1-8F65-E13020D6BAEB}" dt="2024-03-15T11:03:54.965" v="320"/>
          <ac:picMkLst>
            <pc:docMk/>
            <pc:sldMk cId="3832649212" sldId="284"/>
            <ac:picMk id="35" creationId="{51F059F4-4230-ABC1-CFC4-4EB1FE714CAA}"/>
          </ac:picMkLst>
        </pc:picChg>
        <pc:picChg chg="add mod">
          <ac:chgData name="Thüss RM, Remi" userId="0a54d0de-b609-4555-b731-bb7267ce5668" providerId="ADAL" clId="{05736F96-F736-41D1-8F65-E13020D6BAEB}" dt="2024-03-15T11:03:59.552" v="322"/>
          <ac:picMkLst>
            <pc:docMk/>
            <pc:sldMk cId="3832649212" sldId="284"/>
            <ac:picMk id="36" creationId="{1D514AA3-AD58-ADBB-82FD-AFF4137464AD}"/>
          </ac:picMkLst>
        </pc:picChg>
        <pc:picChg chg="add mod">
          <ac:chgData name="Thüss RM, Remi" userId="0a54d0de-b609-4555-b731-bb7267ce5668" providerId="ADAL" clId="{05736F96-F736-41D1-8F65-E13020D6BAEB}" dt="2024-03-15T11:04:35.529" v="329"/>
          <ac:picMkLst>
            <pc:docMk/>
            <pc:sldMk cId="3832649212" sldId="284"/>
            <ac:picMk id="37" creationId="{29B49CDE-B555-86E3-E484-39C9D02CCA4A}"/>
          </ac:picMkLst>
        </pc:picChg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777066192" sldId="285"/>
        </pc:sldMkLst>
      </pc:sldChg>
      <pc:sldChg chg="addSp delSp modSp add mod">
        <pc:chgData name="Thüss RM, Remi" userId="0a54d0de-b609-4555-b731-bb7267ce5668" providerId="ADAL" clId="{05736F96-F736-41D1-8F65-E13020D6BAEB}" dt="2024-03-15T11:06:08.222" v="347"/>
        <pc:sldMkLst>
          <pc:docMk/>
          <pc:sldMk cId="2469836886" sldId="285"/>
        </pc:sldMkLst>
        <pc:spChg chg="mod">
          <ac:chgData name="Thüss RM, Remi" userId="0a54d0de-b609-4555-b731-bb7267ce5668" providerId="ADAL" clId="{05736F96-F736-41D1-8F65-E13020D6BAEB}" dt="2024-03-15T11:06:08.222" v="347"/>
          <ac:spMkLst>
            <pc:docMk/>
            <pc:sldMk cId="2469836886" sldId="285"/>
            <ac:spMk id="5" creationId="{AF22ADAA-A962-8944-AD14-23A328386956}"/>
          </ac:spMkLst>
        </pc:spChg>
        <pc:picChg chg="mod">
          <ac:chgData name="Thüss RM, Remi" userId="0a54d0de-b609-4555-b731-bb7267ce5668" providerId="ADAL" clId="{05736F96-F736-41D1-8F65-E13020D6BAEB}" dt="2024-03-15T11:03:32.029" v="317" actId="1076"/>
          <ac:picMkLst>
            <pc:docMk/>
            <pc:sldMk cId="2469836886" sldId="285"/>
            <ac:picMk id="21" creationId="{03F67A37-5F1B-08E1-1A94-54EB2D8504A1}"/>
          </ac:picMkLst>
        </pc:picChg>
        <pc:picChg chg="add mod">
          <ac:chgData name="Thüss RM, Remi" userId="0a54d0de-b609-4555-b731-bb7267ce5668" providerId="ADAL" clId="{05736F96-F736-41D1-8F65-E13020D6BAEB}" dt="2024-03-15T11:03:28.169" v="315" actId="1076"/>
          <ac:picMkLst>
            <pc:docMk/>
            <pc:sldMk cId="2469836886" sldId="285"/>
            <ac:picMk id="36" creationId="{15F88E27-895B-8C1F-9D97-DD6713211705}"/>
          </ac:picMkLst>
        </pc:picChg>
        <pc:picChg chg="add mod">
          <ac:chgData name="Thüss RM, Remi" userId="0a54d0de-b609-4555-b731-bb7267ce5668" providerId="ADAL" clId="{05736F96-F736-41D1-8F65-E13020D6BAEB}" dt="2024-03-15T11:03:35.818" v="319" actId="1076"/>
          <ac:picMkLst>
            <pc:docMk/>
            <pc:sldMk cId="2469836886" sldId="285"/>
            <ac:picMk id="37" creationId="{D5702488-4DE2-075A-5B26-101324514906}"/>
          </ac:picMkLst>
        </pc:picChg>
        <pc:picChg chg="add del mod">
          <ac:chgData name="Thüss RM, Remi" userId="0a54d0de-b609-4555-b731-bb7267ce5668" providerId="ADAL" clId="{05736F96-F736-41D1-8F65-E13020D6BAEB}" dt="2024-03-15T11:04:40.420" v="331" actId="478"/>
          <ac:picMkLst>
            <pc:docMk/>
            <pc:sldMk cId="2469836886" sldId="285"/>
            <ac:picMk id="38" creationId="{116A0C7D-AE5D-C057-2EE9-6FF6DDD59A76}"/>
          </ac:picMkLst>
        </pc:picChg>
        <pc:picChg chg="add mod">
          <ac:chgData name="Thüss RM, Remi" userId="0a54d0de-b609-4555-b731-bb7267ce5668" providerId="ADAL" clId="{05736F96-F736-41D1-8F65-E13020D6BAEB}" dt="2024-03-15T11:05:15.970" v="336" actId="1076"/>
          <ac:picMkLst>
            <pc:docMk/>
            <pc:sldMk cId="2469836886" sldId="285"/>
            <ac:picMk id="40" creationId="{B5A21268-F457-6570-2538-EBDA5243225E}"/>
          </ac:picMkLst>
        </pc:picChg>
      </pc:sldChg>
      <pc:sldChg chg="modSp add mod">
        <pc:chgData name="Thüss RM, Remi" userId="0a54d0de-b609-4555-b731-bb7267ce5668" providerId="ADAL" clId="{05736F96-F736-41D1-8F65-E13020D6BAEB}" dt="2024-03-15T16:00:21.031" v="397" actId="20577"/>
        <pc:sldMkLst>
          <pc:docMk/>
          <pc:sldMk cId="2091021530" sldId="286"/>
        </pc:sldMkLst>
        <pc:spChg chg="mod">
          <ac:chgData name="Thüss RM, Remi" userId="0a54d0de-b609-4555-b731-bb7267ce5668" providerId="ADAL" clId="{05736F96-F736-41D1-8F65-E13020D6BAEB}" dt="2024-03-15T16:00:21.031" v="397" actId="20577"/>
          <ac:spMkLst>
            <pc:docMk/>
            <pc:sldMk cId="2091021530" sldId="286"/>
            <ac:spMk id="6" creationId="{5607DDF2-4BD5-AE44-B338-9D054C7D1C9E}"/>
          </ac:spMkLst>
        </pc:spChg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761677442" sldId="287"/>
        </pc:sldMkLst>
      </pc:sldChg>
      <pc:sldChg chg="addSp delSp modSp add mod">
        <pc:chgData name="Thüss RM, Remi" userId="0a54d0de-b609-4555-b731-bb7267ce5668" providerId="ADAL" clId="{05736F96-F736-41D1-8F65-E13020D6BAEB}" dt="2024-03-19T10:17:56.156" v="571" actId="478"/>
        <pc:sldMkLst>
          <pc:docMk/>
          <pc:sldMk cId="1067302815" sldId="287"/>
        </pc:sldMkLst>
        <pc:spChg chg="mod">
          <ac:chgData name="Thüss RM, Remi" userId="0a54d0de-b609-4555-b731-bb7267ce5668" providerId="ADAL" clId="{05736F96-F736-41D1-8F65-E13020D6BAEB}" dt="2024-03-15T16:01:46.178" v="414" actId="20577"/>
          <ac:spMkLst>
            <pc:docMk/>
            <pc:sldMk cId="1067302815" sldId="287"/>
            <ac:spMk id="5" creationId="{AF22ADAA-A962-8944-AD14-23A328386956}"/>
          </ac:spMkLst>
        </pc:spChg>
        <pc:spChg chg="del">
          <ac:chgData name="Thüss RM, Remi" userId="0a54d0de-b609-4555-b731-bb7267ce5668" providerId="ADAL" clId="{05736F96-F736-41D1-8F65-E13020D6BAEB}" dt="2024-03-15T16:01:33.753" v="399" actId="478"/>
          <ac:spMkLst>
            <pc:docMk/>
            <pc:sldMk cId="1067302815" sldId="287"/>
            <ac:spMk id="6" creationId="{5607DDF2-4BD5-AE44-B338-9D054C7D1C9E}"/>
          </ac:spMkLst>
        </pc:spChg>
        <pc:spChg chg="add mod">
          <ac:chgData name="Thüss RM, Remi" userId="0a54d0de-b609-4555-b731-bb7267ce5668" providerId="ADAL" clId="{05736F96-F736-41D1-8F65-E13020D6BAEB}" dt="2024-03-19T10:17:44.603" v="570" actId="20577"/>
          <ac:spMkLst>
            <pc:docMk/>
            <pc:sldMk cId="1067302815" sldId="287"/>
            <ac:spMk id="6" creationId="{88970A32-C9CB-99FE-8409-130DF33E589A}"/>
          </ac:spMkLst>
        </pc:spChg>
        <pc:spChg chg="add del mod">
          <ac:chgData name="Thüss RM, Remi" userId="0a54d0de-b609-4555-b731-bb7267ce5668" providerId="ADAL" clId="{05736F96-F736-41D1-8F65-E13020D6BAEB}" dt="2024-03-15T16:01:35.988" v="400" actId="478"/>
          <ac:spMkLst>
            <pc:docMk/>
            <pc:sldMk cId="1067302815" sldId="287"/>
            <ac:spMk id="8" creationId="{AC21C421-A571-71E1-1D72-A49EFDE02BB3}"/>
          </ac:spMkLst>
        </pc:spChg>
        <pc:picChg chg="add del mod">
          <ac:chgData name="Thüss RM, Remi" userId="0a54d0de-b609-4555-b731-bb7267ce5668" providerId="ADAL" clId="{05736F96-F736-41D1-8F65-E13020D6BAEB}" dt="2024-03-19T10:17:56.156" v="571" actId="478"/>
          <ac:picMkLst>
            <pc:docMk/>
            <pc:sldMk cId="1067302815" sldId="287"/>
            <ac:picMk id="10" creationId="{FAC44E83-955B-89AD-760F-AD85433B74F9}"/>
          </ac:picMkLst>
        </pc:picChg>
      </pc:sldChg>
      <pc:sldChg chg="addSp delSp modSp add mod ord">
        <pc:chgData name="Thüss RM, Remi" userId="0a54d0de-b609-4555-b731-bb7267ce5668" providerId="ADAL" clId="{05736F96-F736-41D1-8F65-E13020D6BAEB}" dt="2024-03-15T16:02:56.261" v="453"/>
        <pc:sldMkLst>
          <pc:docMk/>
          <pc:sldMk cId="1548960089" sldId="288"/>
        </pc:sldMkLst>
        <pc:spChg chg="mod">
          <ac:chgData name="Thüss RM, Remi" userId="0a54d0de-b609-4555-b731-bb7267ce5668" providerId="ADAL" clId="{05736F96-F736-41D1-8F65-E13020D6BAEB}" dt="2024-03-15T16:02:24.993" v="445" actId="20577"/>
          <ac:spMkLst>
            <pc:docMk/>
            <pc:sldMk cId="1548960089" sldId="288"/>
            <ac:spMk id="5" creationId="{AF22ADAA-A962-8944-AD14-23A328386956}"/>
          </ac:spMkLst>
        </pc:spChg>
        <pc:spChg chg="del">
          <ac:chgData name="Thüss RM, Remi" userId="0a54d0de-b609-4555-b731-bb7267ce5668" providerId="ADAL" clId="{05736F96-F736-41D1-8F65-E13020D6BAEB}" dt="2024-03-15T16:02:33.358" v="446" actId="478"/>
          <ac:spMkLst>
            <pc:docMk/>
            <pc:sldMk cId="1548960089" sldId="288"/>
            <ac:spMk id="6" creationId="{5607DDF2-4BD5-AE44-B338-9D054C7D1C9E}"/>
          </ac:spMkLst>
        </pc:spChg>
        <pc:spChg chg="add del mod">
          <ac:chgData name="Thüss RM, Remi" userId="0a54d0de-b609-4555-b731-bb7267ce5668" providerId="ADAL" clId="{05736F96-F736-41D1-8F65-E13020D6BAEB}" dt="2024-03-15T16:02:36.518" v="447" actId="478"/>
          <ac:spMkLst>
            <pc:docMk/>
            <pc:sldMk cId="1548960089" sldId="288"/>
            <ac:spMk id="8" creationId="{6A80459A-53EE-5005-13A4-9053FA39B693}"/>
          </ac:spMkLst>
        </pc:spChg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2576199781" sldId="288"/>
        </pc:sldMkLst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2974809443" sldId="289"/>
        </pc:sldMkLst>
      </pc:sldChg>
      <pc:sldChg chg="modSp add mod ord">
        <pc:chgData name="Thüss RM, Remi" userId="0a54d0de-b609-4555-b731-bb7267ce5668" providerId="ADAL" clId="{05736F96-F736-41D1-8F65-E13020D6BAEB}" dt="2024-03-15T16:03:19.794" v="480" actId="20577"/>
        <pc:sldMkLst>
          <pc:docMk/>
          <pc:sldMk cId="3267954882" sldId="289"/>
        </pc:sldMkLst>
        <pc:spChg chg="mod">
          <ac:chgData name="Thüss RM, Remi" userId="0a54d0de-b609-4555-b731-bb7267ce5668" providerId="ADAL" clId="{05736F96-F736-41D1-8F65-E13020D6BAEB}" dt="2024-03-15T16:03:19.794" v="480" actId="20577"/>
          <ac:spMkLst>
            <pc:docMk/>
            <pc:sldMk cId="3267954882" sldId="289"/>
            <ac:spMk id="5" creationId="{AF22ADAA-A962-8944-AD14-23A328386956}"/>
          </ac:spMkLst>
        </pc:spChg>
      </pc:sldChg>
      <pc:sldChg chg="addSp delSp modSp add mod">
        <pc:chgData name="Thüss RM, Remi" userId="0a54d0de-b609-4555-b731-bb7267ce5668" providerId="ADAL" clId="{05736F96-F736-41D1-8F65-E13020D6BAEB}" dt="2024-03-19T10:22:34.789" v="600" actId="1076"/>
        <pc:sldMkLst>
          <pc:docMk/>
          <pc:sldMk cId="1295592719" sldId="290"/>
        </pc:sldMkLst>
        <pc:spChg chg="mod">
          <ac:chgData name="Thüss RM, Remi" userId="0a54d0de-b609-4555-b731-bb7267ce5668" providerId="ADAL" clId="{05736F96-F736-41D1-8F65-E13020D6BAEB}" dt="2024-03-19T10:18:07.093" v="577" actId="20577"/>
          <ac:spMkLst>
            <pc:docMk/>
            <pc:sldMk cId="1295592719" sldId="290"/>
            <ac:spMk id="5" creationId="{366C4022-DBE7-22D2-E672-5D77C366011A}"/>
          </ac:spMkLst>
        </pc:spChg>
        <pc:spChg chg="del">
          <ac:chgData name="Thüss RM, Remi" userId="0a54d0de-b609-4555-b731-bb7267ce5668" providerId="ADAL" clId="{05736F96-F736-41D1-8F65-E13020D6BAEB}" dt="2024-03-19T10:18:10.316" v="578" actId="478"/>
          <ac:spMkLst>
            <pc:docMk/>
            <pc:sldMk cId="1295592719" sldId="290"/>
            <ac:spMk id="6" creationId="{4782F358-92F8-E350-FA80-443B241DC222}"/>
          </ac:spMkLst>
        </pc:spChg>
        <pc:spChg chg="add del mod">
          <ac:chgData name="Thüss RM, Remi" userId="0a54d0de-b609-4555-b731-bb7267ce5668" providerId="ADAL" clId="{05736F96-F736-41D1-8F65-E13020D6BAEB}" dt="2024-03-19T10:19:02.317" v="581" actId="478"/>
          <ac:spMkLst>
            <pc:docMk/>
            <pc:sldMk cId="1295592719" sldId="290"/>
            <ac:spMk id="8" creationId="{36093322-B71C-AE9C-4334-C608EF35EBC7}"/>
          </ac:spMkLst>
        </pc:spChg>
        <pc:spChg chg="add">
          <ac:chgData name="Thüss RM, Remi" userId="0a54d0de-b609-4555-b731-bb7267ce5668" providerId="ADAL" clId="{05736F96-F736-41D1-8F65-E13020D6BAEB}" dt="2024-03-19T10:22:06.640" v="595"/>
          <ac:spMkLst>
            <pc:docMk/>
            <pc:sldMk cId="1295592719" sldId="290"/>
            <ac:spMk id="9" creationId="{B6EC8CD1-436A-3CFC-548E-3AFA2F20294E}"/>
          </ac:spMkLst>
        </pc:spChg>
        <pc:spChg chg="add">
          <ac:chgData name="Thüss RM, Remi" userId="0a54d0de-b609-4555-b731-bb7267ce5668" providerId="ADAL" clId="{05736F96-F736-41D1-8F65-E13020D6BAEB}" dt="2024-03-19T10:22:12.646" v="596"/>
          <ac:spMkLst>
            <pc:docMk/>
            <pc:sldMk cId="1295592719" sldId="290"/>
            <ac:spMk id="10" creationId="{09E63AA9-2F9D-0FB4-DA6C-D9941C7191DA}"/>
          </ac:spMkLst>
        </pc:spChg>
        <pc:spChg chg="add">
          <ac:chgData name="Thüss RM, Remi" userId="0a54d0de-b609-4555-b731-bb7267ce5668" providerId="ADAL" clId="{05736F96-F736-41D1-8F65-E13020D6BAEB}" dt="2024-03-19T10:22:14.810" v="597"/>
          <ac:spMkLst>
            <pc:docMk/>
            <pc:sldMk cId="1295592719" sldId="290"/>
            <ac:spMk id="11" creationId="{75C417E5-6D91-BDCC-80F8-68A989926697}"/>
          </ac:spMkLst>
        </pc:spChg>
        <pc:picChg chg="add mod">
          <ac:chgData name="Thüss RM, Remi" userId="0a54d0de-b609-4555-b731-bb7267ce5668" providerId="ADAL" clId="{05736F96-F736-41D1-8F65-E13020D6BAEB}" dt="2024-03-19T10:22:34.789" v="600" actId="1076"/>
          <ac:picMkLst>
            <pc:docMk/>
            <pc:sldMk cId="1295592719" sldId="290"/>
            <ac:picMk id="13" creationId="{8F451111-9B64-110A-31E2-FC6E721AEB38}"/>
          </ac:picMkLst>
        </pc:picChg>
        <pc:picChg chg="add mod">
          <ac:chgData name="Thüss RM, Remi" userId="0a54d0de-b609-4555-b731-bb7267ce5668" providerId="ADAL" clId="{05736F96-F736-41D1-8F65-E13020D6BAEB}" dt="2024-03-19T10:18:59.188" v="580" actId="1076"/>
          <ac:picMkLst>
            <pc:docMk/>
            <pc:sldMk cId="1295592719" sldId="290"/>
            <ac:picMk id="1026" creationId="{0E4A853B-F0C4-4797-B4B7-AFD54A8B0CFE}"/>
          </ac:picMkLst>
        </pc:picChg>
        <pc:picChg chg="add mod">
          <ac:chgData name="Thüss RM, Remi" userId="0a54d0de-b609-4555-b731-bb7267ce5668" providerId="ADAL" clId="{05736F96-F736-41D1-8F65-E13020D6BAEB}" dt="2024-03-19T10:19:27.721" v="584" actId="1076"/>
          <ac:picMkLst>
            <pc:docMk/>
            <pc:sldMk cId="1295592719" sldId="290"/>
            <ac:picMk id="1028" creationId="{113101F1-755A-D6C3-5603-6ED9C6DF7723}"/>
          </ac:picMkLst>
        </pc:picChg>
        <pc:picChg chg="add mod">
          <ac:chgData name="Thüss RM, Remi" userId="0a54d0de-b609-4555-b731-bb7267ce5668" providerId="ADAL" clId="{05736F96-F736-41D1-8F65-E13020D6BAEB}" dt="2024-03-19T10:19:58.915" v="588" actId="1076"/>
          <ac:picMkLst>
            <pc:docMk/>
            <pc:sldMk cId="1295592719" sldId="290"/>
            <ac:picMk id="1030" creationId="{C858A102-1F9C-B921-D33A-C2F8E77D205F}"/>
          </ac:picMkLst>
        </pc:picChg>
        <pc:picChg chg="add mod">
          <ac:chgData name="Thüss RM, Remi" userId="0a54d0de-b609-4555-b731-bb7267ce5668" providerId="ADAL" clId="{05736F96-F736-41D1-8F65-E13020D6BAEB}" dt="2024-03-19T10:20:30.044" v="591" actId="1076"/>
          <ac:picMkLst>
            <pc:docMk/>
            <pc:sldMk cId="1295592719" sldId="290"/>
            <ac:picMk id="1032" creationId="{7A5E1B27-EC85-4675-09D2-8F18A9B54958}"/>
          </ac:picMkLst>
        </pc:picChg>
        <pc:picChg chg="add mod">
          <ac:chgData name="Thüss RM, Remi" userId="0a54d0de-b609-4555-b731-bb7267ce5668" providerId="ADAL" clId="{05736F96-F736-41D1-8F65-E13020D6BAEB}" dt="2024-03-19T10:21:13.367" v="594" actId="1076"/>
          <ac:picMkLst>
            <pc:docMk/>
            <pc:sldMk cId="1295592719" sldId="290"/>
            <ac:picMk id="1034" creationId="{65E1EA8A-021F-3A55-2020-6B5BC56625AB}"/>
          </ac:picMkLst>
        </pc:picChg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1525983397" sldId="290"/>
        </pc:sldMkLst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330296887" sldId="291"/>
        </pc:sldMkLst>
      </pc:sldChg>
      <pc:sldChg chg="addSp delSp modSp add mod ord">
        <pc:chgData name="Thüss RM, Remi" userId="0a54d0de-b609-4555-b731-bb7267ce5668" providerId="ADAL" clId="{05736F96-F736-41D1-8F65-E13020D6BAEB}" dt="2024-03-19T10:24:44.754" v="625" actId="1076"/>
        <pc:sldMkLst>
          <pc:docMk/>
          <pc:sldMk cId="3086551915" sldId="291"/>
        </pc:sldMkLst>
        <pc:spChg chg="mod">
          <ac:chgData name="Thüss RM, Remi" userId="0a54d0de-b609-4555-b731-bb7267ce5668" providerId="ADAL" clId="{05736F96-F736-41D1-8F65-E13020D6BAEB}" dt="2024-03-19T10:23:54.938" v="617" actId="20577"/>
          <ac:spMkLst>
            <pc:docMk/>
            <pc:sldMk cId="3086551915" sldId="291"/>
            <ac:spMk id="5" creationId="{E4843D3D-D5D3-AF06-0326-9B358E36D520}"/>
          </ac:spMkLst>
        </pc:spChg>
        <pc:spChg chg="del">
          <ac:chgData name="Thüss RM, Remi" userId="0a54d0de-b609-4555-b731-bb7267ce5668" providerId="ADAL" clId="{05736F96-F736-41D1-8F65-E13020D6BAEB}" dt="2024-03-19T10:23:10.270" v="604" actId="478"/>
          <ac:spMkLst>
            <pc:docMk/>
            <pc:sldMk cId="3086551915" sldId="291"/>
            <ac:spMk id="6" creationId="{8CB77347-92C5-5FD9-3B77-D719757881D3}"/>
          </ac:spMkLst>
        </pc:spChg>
        <pc:spChg chg="add del mod">
          <ac:chgData name="Thüss RM, Remi" userId="0a54d0de-b609-4555-b731-bb7267ce5668" providerId="ADAL" clId="{05736F96-F736-41D1-8F65-E13020D6BAEB}" dt="2024-03-19T10:23:50.827" v="608" actId="478"/>
          <ac:spMkLst>
            <pc:docMk/>
            <pc:sldMk cId="3086551915" sldId="291"/>
            <ac:spMk id="8" creationId="{31702D82-C741-E733-A8C5-A0CD4D970C8C}"/>
          </ac:spMkLst>
        </pc:spChg>
        <pc:picChg chg="add mod">
          <ac:chgData name="Thüss RM, Remi" userId="0a54d0de-b609-4555-b731-bb7267ce5668" providerId="ADAL" clId="{05736F96-F736-41D1-8F65-E13020D6BAEB}" dt="2024-03-19T10:23:48.403" v="607" actId="1076"/>
          <ac:picMkLst>
            <pc:docMk/>
            <pc:sldMk cId="3086551915" sldId="291"/>
            <ac:picMk id="2050" creationId="{4EB89DD9-0FA0-F440-E594-CE691BAAE04E}"/>
          </ac:picMkLst>
        </pc:picChg>
        <pc:picChg chg="add mod">
          <ac:chgData name="Thüss RM, Remi" userId="0a54d0de-b609-4555-b731-bb7267ce5668" providerId="ADAL" clId="{05736F96-F736-41D1-8F65-E13020D6BAEB}" dt="2024-03-19T10:24:29.857" v="622" actId="1076"/>
          <ac:picMkLst>
            <pc:docMk/>
            <pc:sldMk cId="3086551915" sldId="291"/>
            <ac:picMk id="2052" creationId="{C3F71D0E-9528-6D51-8354-80FF063DEE03}"/>
          </ac:picMkLst>
        </pc:picChg>
        <pc:picChg chg="add mod">
          <ac:chgData name="Thüss RM, Remi" userId="0a54d0de-b609-4555-b731-bb7267ce5668" providerId="ADAL" clId="{05736F96-F736-41D1-8F65-E13020D6BAEB}" dt="2024-03-19T10:24:44.754" v="625" actId="1076"/>
          <ac:picMkLst>
            <pc:docMk/>
            <pc:sldMk cId="3086551915" sldId="291"/>
            <ac:picMk id="2054" creationId="{59DB5E09-023B-AD9D-9595-A35BC07FB5C4}"/>
          </ac:picMkLst>
        </pc:picChg>
      </pc:sldChg>
      <pc:sldChg chg="addSp modSp add mod ord">
        <pc:chgData name="Thüss RM, Remi" userId="0a54d0de-b609-4555-b731-bb7267ce5668" providerId="ADAL" clId="{05736F96-F736-41D1-8F65-E13020D6BAEB}" dt="2024-03-19T10:30:35.026" v="711" actId="115"/>
        <pc:sldMkLst>
          <pc:docMk/>
          <pc:sldMk cId="591160802" sldId="292"/>
        </pc:sldMkLst>
        <pc:spChg chg="mod">
          <ac:chgData name="Thüss RM, Remi" userId="0a54d0de-b609-4555-b731-bb7267ce5668" providerId="ADAL" clId="{05736F96-F736-41D1-8F65-E13020D6BAEB}" dt="2024-03-19T10:25:23.870" v="639" actId="20577"/>
          <ac:spMkLst>
            <pc:docMk/>
            <pc:sldMk cId="591160802" sldId="292"/>
            <ac:spMk id="5" creationId="{C6DAA0C2-C5EC-2365-3417-62C9E94C40F5}"/>
          </ac:spMkLst>
        </pc:spChg>
        <pc:spChg chg="mod">
          <ac:chgData name="Thüss RM, Remi" userId="0a54d0de-b609-4555-b731-bb7267ce5668" providerId="ADAL" clId="{05736F96-F736-41D1-8F65-E13020D6BAEB}" dt="2024-03-19T10:30:25.518" v="709" actId="115"/>
          <ac:spMkLst>
            <pc:docMk/>
            <pc:sldMk cId="591160802" sldId="292"/>
            <ac:spMk id="6" creationId="{6D0725B1-2326-5C6B-BF27-890A6F016DDB}"/>
          </ac:spMkLst>
        </pc:spChg>
        <pc:spChg chg="add mod">
          <ac:chgData name="Thüss RM, Remi" userId="0a54d0de-b609-4555-b731-bb7267ce5668" providerId="ADAL" clId="{05736F96-F736-41D1-8F65-E13020D6BAEB}" dt="2024-03-19T10:30:31.593" v="710" actId="115"/>
          <ac:spMkLst>
            <pc:docMk/>
            <pc:sldMk cId="591160802" sldId="292"/>
            <ac:spMk id="7" creationId="{0A30E724-8A52-2353-0CAA-E3A132BCAA7B}"/>
          </ac:spMkLst>
        </pc:spChg>
        <pc:spChg chg="add mod">
          <ac:chgData name="Thüss RM, Remi" userId="0a54d0de-b609-4555-b731-bb7267ce5668" providerId="ADAL" clId="{05736F96-F736-41D1-8F65-E13020D6BAEB}" dt="2024-03-19T10:30:35.026" v="711" actId="115"/>
          <ac:spMkLst>
            <pc:docMk/>
            <pc:sldMk cId="591160802" sldId="292"/>
            <ac:spMk id="8" creationId="{DBB30CD6-5787-F521-A9CB-0AFB047B9A62}"/>
          </ac:spMkLst>
        </pc:spChg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1258899653" sldId="292"/>
        </pc:sldMkLst>
      </pc:sldChg>
      <pc:sldChg chg="del">
        <pc:chgData name="Thüss RM, Remi" userId="0a54d0de-b609-4555-b731-bb7267ce5668" providerId="ADAL" clId="{05736F96-F736-41D1-8F65-E13020D6BAEB}" dt="2024-03-15T08:53:11.294" v="1" actId="47"/>
        <pc:sldMkLst>
          <pc:docMk/>
          <pc:sldMk cId="3851731681" sldId="293"/>
        </pc:sldMkLst>
      </pc:sldChg>
    </pc:docChg>
  </pc:docChgLst>
  <pc:docChgLst>
    <pc:chgData name="Thüss RM, Remi" userId="0a54d0de-b609-4555-b731-bb7267ce5668" providerId="ADAL" clId="{32BD797C-AC4B-4120-908E-3998C1D876EB}"/>
    <pc:docChg chg="undo custSel addSld delSld modSld sldOrd modSection">
      <pc:chgData name="Thüss RM, Remi" userId="0a54d0de-b609-4555-b731-bb7267ce5668" providerId="ADAL" clId="{32BD797C-AC4B-4120-908E-3998C1D876EB}" dt="2023-04-19T12:46:01.354" v="789" actId="1076"/>
      <pc:docMkLst>
        <pc:docMk/>
      </pc:docMkLst>
      <pc:sldChg chg="modSp mod">
        <pc:chgData name="Thüss RM, Remi" userId="0a54d0de-b609-4555-b731-bb7267ce5668" providerId="ADAL" clId="{32BD797C-AC4B-4120-908E-3998C1D876EB}" dt="2023-03-27T14:13:26.032" v="111"/>
        <pc:sldMkLst>
          <pc:docMk/>
          <pc:sldMk cId="1631541359" sldId="262"/>
        </pc:sldMkLst>
        <pc:spChg chg="mod">
          <ac:chgData name="Thüss RM, Remi" userId="0a54d0de-b609-4555-b731-bb7267ce5668" providerId="ADAL" clId="{32BD797C-AC4B-4120-908E-3998C1D876EB}" dt="2023-03-27T14:13:26.032" v="111"/>
          <ac:spMkLst>
            <pc:docMk/>
            <pc:sldMk cId="1631541359" sldId="262"/>
            <ac:spMk id="3" creationId="{6C6463F7-A8FD-5F4B-90E5-B94E79141122}"/>
          </ac:spMkLst>
        </pc:spChg>
      </pc:sldChg>
      <pc:sldChg chg="addSp delSp modSp mod">
        <pc:chgData name="Thüss RM, Remi" userId="0a54d0de-b609-4555-b731-bb7267ce5668" providerId="ADAL" clId="{32BD797C-AC4B-4120-908E-3998C1D876EB}" dt="2023-04-19T08:47:11.006" v="495" actId="14100"/>
        <pc:sldMkLst>
          <pc:docMk/>
          <pc:sldMk cId="3023644067" sldId="264"/>
        </pc:sldMkLst>
        <pc:spChg chg="mod">
          <ac:chgData name="Thüss RM, Remi" userId="0a54d0de-b609-4555-b731-bb7267ce5668" providerId="ADAL" clId="{32BD797C-AC4B-4120-908E-3998C1D876EB}" dt="2023-04-19T08:37:42.239" v="351" actId="20577"/>
          <ac:spMkLst>
            <pc:docMk/>
            <pc:sldMk cId="3023644067" sldId="264"/>
            <ac:spMk id="5" creationId="{59CE06E7-1D27-2440-8E90-D9C0EEA07000}"/>
          </ac:spMkLst>
        </pc:spChg>
        <pc:spChg chg="del">
          <ac:chgData name="Thüss RM, Remi" userId="0a54d0de-b609-4555-b731-bb7267ce5668" providerId="ADAL" clId="{32BD797C-AC4B-4120-908E-3998C1D876EB}" dt="2023-04-19T08:35:37.112" v="330"/>
          <ac:spMkLst>
            <pc:docMk/>
            <pc:sldMk cId="3023644067" sldId="264"/>
            <ac:spMk id="6" creationId="{77D48F48-F592-CE46-94F8-6C0712A4E4BC}"/>
          </ac:spMkLst>
        </pc:spChg>
        <pc:spChg chg="mod">
          <ac:chgData name="Thüss RM, Remi" userId="0a54d0de-b609-4555-b731-bb7267ce5668" providerId="ADAL" clId="{32BD797C-AC4B-4120-908E-3998C1D876EB}" dt="2023-04-19T08:47:11.006" v="495" actId="14100"/>
          <ac:spMkLst>
            <pc:docMk/>
            <pc:sldMk cId="3023644067" sldId="264"/>
            <ac:spMk id="7" creationId="{0939731C-28E0-004F-98AB-84BD09FFDA9F}"/>
          </ac:spMkLst>
        </pc:spChg>
        <pc:picChg chg="add mod">
          <ac:chgData name="Thüss RM, Remi" userId="0a54d0de-b609-4555-b731-bb7267ce5668" providerId="ADAL" clId="{32BD797C-AC4B-4120-908E-3998C1D876EB}" dt="2023-04-19T08:35:40.349" v="331" actId="27614"/>
          <ac:picMkLst>
            <pc:docMk/>
            <pc:sldMk cId="3023644067" sldId="264"/>
            <ac:picMk id="3" creationId="{AC2FF8C1-6C86-A56A-9232-C32620D7D949}"/>
          </ac:picMkLst>
        </pc:picChg>
      </pc:sldChg>
      <pc:sldChg chg="addSp delSp modSp mod">
        <pc:chgData name="Thüss RM, Remi" userId="0a54d0de-b609-4555-b731-bb7267ce5668" providerId="ADAL" clId="{32BD797C-AC4B-4120-908E-3998C1D876EB}" dt="2023-04-19T12:45:51.658" v="787" actId="1076"/>
        <pc:sldMkLst>
          <pc:docMk/>
          <pc:sldMk cId="2922120188" sldId="271"/>
        </pc:sldMkLst>
        <pc:spChg chg="mod">
          <ac:chgData name="Thüss RM, Remi" userId="0a54d0de-b609-4555-b731-bb7267ce5668" providerId="ADAL" clId="{32BD797C-AC4B-4120-908E-3998C1D876EB}" dt="2023-04-19T08:13:00.152" v="274" actId="20577"/>
          <ac:spMkLst>
            <pc:docMk/>
            <pc:sldMk cId="2922120188" sldId="271"/>
            <ac:spMk id="3" creationId="{6C6463F7-A8FD-5F4B-90E5-B94E79141122}"/>
          </ac:spMkLst>
        </pc:spChg>
        <pc:spChg chg="mod">
          <ac:chgData name="Thüss RM, Remi" userId="0a54d0de-b609-4555-b731-bb7267ce5668" providerId="ADAL" clId="{32BD797C-AC4B-4120-908E-3998C1D876EB}" dt="2023-04-19T10:19:19.749" v="514" actId="255"/>
          <ac:spMkLst>
            <pc:docMk/>
            <pc:sldMk cId="2922120188" sldId="271"/>
            <ac:spMk id="5" creationId="{AF22ADAA-A962-8944-AD14-23A328386956}"/>
          </ac:spMkLst>
        </pc:spChg>
        <pc:spChg chg="del mod">
          <ac:chgData name="Thüss RM, Remi" userId="0a54d0de-b609-4555-b731-bb7267ce5668" providerId="ADAL" clId="{32BD797C-AC4B-4120-908E-3998C1D876EB}" dt="2023-04-19T08:17:43.353" v="299" actId="22"/>
          <ac:spMkLst>
            <pc:docMk/>
            <pc:sldMk cId="2922120188" sldId="271"/>
            <ac:spMk id="6" creationId="{5607DDF2-4BD5-AE44-B338-9D054C7D1C9E}"/>
          </ac:spMkLst>
        </pc:spChg>
        <pc:spChg chg="add del mod">
          <ac:chgData name="Thüss RM, Remi" userId="0a54d0de-b609-4555-b731-bb7267ce5668" providerId="ADAL" clId="{32BD797C-AC4B-4120-908E-3998C1D876EB}" dt="2023-04-19T08:16:09.780" v="295"/>
          <ac:spMkLst>
            <pc:docMk/>
            <pc:sldMk cId="2922120188" sldId="271"/>
            <ac:spMk id="7" creationId="{187DDD5E-A5B2-C93C-9D8D-9AA2F69C815D}"/>
          </ac:spMkLst>
        </pc:spChg>
        <pc:picChg chg="add mod ord">
          <ac:chgData name="Thüss RM, Remi" userId="0a54d0de-b609-4555-b731-bb7267ce5668" providerId="ADAL" clId="{32BD797C-AC4B-4120-908E-3998C1D876EB}" dt="2023-04-19T08:17:47.422" v="300" actId="1076"/>
          <ac:picMkLst>
            <pc:docMk/>
            <pc:sldMk cId="2922120188" sldId="271"/>
            <ac:picMk id="9" creationId="{D10821DE-B2DF-6A30-8BFB-C1AB054AA1C4}"/>
          </ac:picMkLst>
        </pc:picChg>
        <pc:picChg chg="add mod">
          <ac:chgData name="Thüss RM, Remi" userId="0a54d0de-b609-4555-b731-bb7267ce5668" providerId="ADAL" clId="{32BD797C-AC4B-4120-908E-3998C1D876EB}" dt="2023-04-19T12:45:51.658" v="787" actId="1076"/>
          <ac:picMkLst>
            <pc:docMk/>
            <pc:sldMk cId="2922120188" sldId="271"/>
            <ac:picMk id="10" creationId="{E9EF1F1F-DC3A-AC3A-8967-ECDEAF990FAF}"/>
          </ac:picMkLst>
        </pc:picChg>
      </pc:sldChg>
      <pc:sldChg chg="addSp delSp modSp mod">
        <pc:chgData name="Thüss RM, Remi" userId="0a54d0de-b609-4555-b731-bb7267ce5668" providerId="ADAL" clId="{32BD797C-AC4B-4120-908E-3998C1D876EB}" dt="2023-04-19T10:19:13.081" v="513" actId="20577"/>
        <pc:sldMkLst>
          <pc:docMk/>
          <pc:sldMk cId="3305877861" sldId="272"/>
        </pc:sldMkLst>
        <pc:spChg chg="mod">
          <ac:chgData name="Thüss RM, Remi" userId="0a54d0de-b609-4555-b731-bb7267ce5668" providerId="ADAL" clId="{32BD797C-AC4B-4120-908E-3998C1D876EB}" dt="2023-03-27T14:13:31.654" v="113"/>
          <ac:spMkLst>
            <pc:docMk/>
            <pc:sldMk cId="3305877861" sldId="272"/>
            <ac:spMk id="3" creationId="{6C6463F7-A8FD-5F4B-90E5-B94E79141122}"/>
          </ac:spMkLst>
        </pc:spChg>
        <pc:spChg chg="mod">
          <ac:chgData name="Thüss RM, Remi" userId="0a54d0de-b609-4555-b731-bb7267ce5668" providerId="ADAL" clId="{32BD797C-AC4B-4120-908E-3998C1D876EB}" dt="2023-04-19T10:19:13.081" v="513" actId="20577"/>
          <ac:spMkLst>
            <pc:docMk/>
            <pc:sldMk cId="3305877861" sldId="272"/>
            <ac:spMk id="5" creationId="{AF22ADAA-A962-8944-AD14-23A328386956}"/>
          </ac:spMkLst>
        </pc:spChg>
        <pc:spChg chg="del">
          <ac:chgData name="Thüss RM, Remi" userId="0a54d0de-b609-4555-b731-bb7267ce5668" providerId="ADAL" clId="{32BD797C-AC4B-4120-908E-3998C1D876EB}" dt="2023-03-27T14:01:13.565" v="46" actId="478"/>
          <ac:spMkLst>
            <pc:docMk/>
            <pc:sldMk cId="3305877861" sldId="272"/>
            <ac:spMk id="6" creationId="{5607DDF2-4BD5-AE44-B338-9D054C7D1C9E}"/>
          </ac:spMkLst>
        </pc:spChg>
        <pc:spChg chg="add del">
          <ac:chgData name="Thüss RM, Remi" userId="0a54d0de-b609-4555-b731-bb7267ce5668" providerId="ADAL" clId="{32BD797C-AC4B-4120-908E-3998C1D876EB}" dt="2023-04-03T11:23:08.837" v="127" actId="22"/>
          <ac:spMkLst>
            <pc:docMk/>
            <pc:sldMk cId="3305877861" sldId="272"/>
            <ac:spMk id="8" creationId="{46D59888-9FFF-075C-3BB5-CFA99011BD53}"/>
          </ac:spMkLst>
        </pc:spChg>
        <pc:spChg chg="add mod">
          <ac:chgData name="Thüss RM, Remi" userId="0a54d0de-b609-4555-b731-bb7267ce5668" providerId="ADAL" clId="{32BD797C-AC4B-4120-908E-3998C1D876EB}" dt="2023-03-27T14:06:10.838" v="76" actId="1076"/>
          <ac:spMkLst>
            <pc:docMk/>
            <pc:sldMk cId="3305877861" sldId="272"/>
            <ac:spMk id="10" creationId="{18784BB1-7C6E-ED0F-6159-D18A34B1C3D3}"/>
          </ac:spMkLst>
        </pc:spChg>
        <pc:spChg chg="add mod">
          <ac:chgData name="Thüss RM, Remi" userId="0a54d0de-b609-4555-b731-bb7267ce5668" providerId="ADAL" clId="{32BD797C-AC4B-4120-908E-3998C1D876EB}" dt="2023-03-27T14:06:14.477" v="77" actId="1076"/>
          <ac:spMkLst>
            <pc:docMk/>
            <pc:sldMk cId="3305877861" sldId="272"/>
            <ac:spMk id="11" creationId="{F31E2C01-17A5-E19B-A6DA-5C1F849A7819}"/>
          </ac:spMkLst>
        </pc:spChg>
        <pc:spChg chg="add mod">
          <ac:chgData name="Thüss RM, Remi" userId="0a54d0de-b609-4555-b731-bb7267ce5668" providerId="ADAL" clId="{32BD797C-AC4B-4120-908E-3998C1D876EB}" dt="2023-03-27T14:07:21.822" v="85" actId="1076"/>
          <ac:spMkLst>
            <pc:docMk/>
            <pc:sldMk cId="3305877861" sldId="272"/>
            <ac:spMk id="14" creationId="{5AD88229-CFDD-2F2B-7033-DDAEB66FC1FC}"/>
          </ac:spMkLst>
        </pc:spChg>
        <pc:picChg chg="add mod">
          <ac:chgData name="Thüss RM, Remi" userId="0a54d0de-b609-4555-b731-bb7267ce5668" providerId="ADAL" clId="{32BD797C-AC4B-4120-908E-3998C1D876EB}" dt="2023-03-27T14:05:39.755" v="68" actId="1076"/>
          <ac:picMkLst>
            <pc:docMk/>
            <pc:sldMk cId="3305877861" sldId="272"/>
            <ac:picMk id="7" creationId="{20A89327-E963-B0E2-0561-5EDCC26F06AE}"/>
          </ac:picMkLst>
        </pc:picChg>
        <pc:picChg chg="add mod">
          <ac:chgData name="Thüss RM, Remi" userId="0a54d0de-b609-4555-b731-bb7267ce5668" providerId="ADAL" clId="{32BD797C-AC4B-4120-908E-3998C1D876EB}" dt="2023-03-27T14:05:31.748" v="66" actId="1076"/>
          <ac:picMkLst>
            <pc:docMk/>
            <pc:sldMk cId="3305877861" sldId="272"/>
            <ac:picMk id="9" creationId="{F43BEA74-F83C-46EC-55A5-F142CB29007B}"/>
          </ac:picMkLst>
        </pc:picChg>
        <pc:picChg chg="add mod">
          <ac:chgData name="Thüss RM, Remi" userId="0a54d0de-b609-4555-b731-bb7267ce5668" providerId="ADAL" clId="{32BD797C-AC4B-4120-908E-3998C1D876EB}" dt="2023-03-27T14:07:31.245" v="86" actId="1076"/>
          <ac:picMkLst>
            <pc:docMk/>
            <pc:sldMk cId="3305877861" sldId="272"/>
            <ac:picMk id="13" creationId="{FE124A95-F54A-7070-A6AD-66226FB26C5C}"/>
          </ac:picMkLst>
        </pc:picChg>
        <pc:picChg chg="add mod">
          <ac:chgData name="Thüss RM, Remi" userId="0a54d0de-b609-4555-b731-bb7267ce5668" providerId="ADAL" clId="{32BD797C-AC4B-4120-908E-3998C1D876EB}" dt="2023-03-27T14:05:36.271" v="67" actId="1076"/>
          <ac:picMkLst>
            <pc:docMk/>
            <pc:sldMk cId="3305877861" sldId="272"/>
            <ac:picMk id="2050" creationId="{75EEFB5A-2482-47EC-B6E7-72D173FAD9CC}"/>
          </ac:picMkLst>
        </pc:picChg>
        <pc:picChg chg="add del">
          <ac:chgData name="Thüss RM, Remi" userId="0a54d0de-b609-4555-b731-bb7267ce5668" providerId="ADAL" clId="{32BD797C-AC4B-4120-908E-3998C1D876EB}" dt="2023-03-27T14:03:41.719" v="55"/>
          <ac:picMkLst>
            <pc:docMk/>
            <pc:sldMk cId="3305877861" sldId="272"/>
            <ac:picMk id="2052" creationId="{69352A25-4610-9DA1-05E7-76B21CA32DCC}"/>
          </ac:picMkLst>
        </pc:picChg>
        <pc:picChg chg="add del mod">
          <ac:chgData name="Thüss RM, Remi" userId="0a54d0de-b609-4555-b731-bb7267ce5668" providerId="ADAL" clId="{32BD797C-AC4B-4120-908E-3998C1D876EB}" dt="2023-03-27T14:05:11.615" v="61" actId="478"/>
          <ac:picMkLst>
            <pc:docMk/>
            <pc:sldMk cId="3305877861" sldId="272"/>
            <ac:picMk id="2054" creationId="{33E26C1D-CF26-4DFF-8D5B-875050C68A64}"/>
          </ac:picMkLst>
        </pc:picChg>
      </pc:sldChg>
      <pc:sldChg chg="modSp del mod">
        <pc:chgData name="Thüss RM, Remi" userId="0a54d0de-b609-4555-b731-bb7267ce5668" providerId="ADAL" clId="{32BD797C-AC4B-4120-908E-3998C1D876EB}" dt="2023-04-03T11:17:39.437" v="125" actId="47"/>
        <pc:sldMkLst>
          <pc:docMk/>
          <pc:sldMk cId="4293051176" sldId="273"/>
        </pc:sldMkLst>
        <pc:spChg chg="mod">
          <ac:chgData name="Thüss RM, Remi" userId="0a54d0de-b609-4555-b731-bb7267ce5668" providerId="ADAL" clId="{32BD797C-AC4B-4120-908E-3998C1D876EB}" dt="2023-03-27T14:13:37.488" v="115"/>
          <ac:spMkLst>
            <pc:docMk/>
            <pc:sldMk cId="4293051176" sldId="273"/>
            <ac:spMk id="3" creationId="{6C6463F7-A8FD-5F4B-90E5-B94E79141122}"/>
          </ac:spMkLst>
        </pc:spChg>
      </pc:sldChg>
      <pc:sldChg chg="addSp delSp modSp mod">
        <pc:chgData name="Thüss RM, Remi" userId="0a54d0de-b609-4555-b731-bb7267ce5668" providerId="ADAL" clId="{32BD797C-AC4B-4120-908E-3998C1D876EB}" dt="2023-04-19T08:48:35.919" v="498" actId="478"/>
        <pc:sldMkLst>
          <pc:docMk/>
          <pc:sldMk cId="2701982780" sldId="275"/>
        </pc:sldMkLst>
        <pc:spChg chg="mod">
          <ac:chgData name="Thüss RM, Remi" userId="0a54d0de-b609-4555-b731-bb7267ce5668" providerId="ADAL" clId="{32BD797C-AC4B-4120-908E-3998C1D876EB}" dt="2023-03-27T14:13:29.092" v="112"/>
          <ac:spMkLst>
            <pc:docMk/>
            <pc:sldMk cId="2701982780" sldId="275"/>
            <ac:spMk id="3" creationId="{6C6463F7-A8FD-5F4B-90E5-B94E79141122}"/>
          </ac:spMkLst>
        </pc:spChg>
        <pc:spChg chg="del mod">
          <ac:chgData name="Thüss RM, Remi" userId="0a54d0de-b609-4555-b731-bb7267ce5668" providerId="ADAL" clId="{32BD797C-AC4B-4120-908E-3998C1D876EB}" dt="2023-04-19T08:48:33.146" v="497" actId="478"/>
          <ac:spMkLst>
            <pc:docMk/>
            <pc:sldMk cId="2701982780" sldId="275"/>
            <ac:spMk id="7" creationId="{F7C9C532-B955-4FC5-FD82-68B3DC8A8F74}"/>
          </ac:spMkLst>
        </pc:spChg>
        <pc:spChg chg="del">
          <ac:chgData name="Thüss RM, Remi" userId="0a54d0de-b609-4555-b731-bb7267ce5668" providerId="ADAL" clId="{32BD797C-AC4B-4120-908E-3998C1D876EB}" dt="2023-04-19T08:48:29.834" v="496" actId="478"/>
          <ac:spMkLst>
            <pc:docMk/>
            <pc:sldMk cId="2701982780" sldId="275"/>
            <ac:spMk id="8" creationId="{2C8F03BF-C2C5-C871-EB46-5F8DC91F92ED}"/>
          </ac:spMkLst>
        </pc:spChg>
        <pc:spChg chg="add del mod">
          <ac:chgData name="Thüss RM, Remi" userId="0a54d0de-b609-4555-b731-bb7267ce5668" providerId="ADAL" clId="{32BD797C-AC4B-4120-908E-3998C1D876EB}" dt="2023-04-19T08:48:35.919" v="498" actId="478"/>
          <ac:spMkLst>
            <pc:docMk/>
            <pc:sldMk cId="2701982780" sldId="275"/>
            <ac:spMk id="10" creationId="{3B723BEA-B2D0-2769-E637-3E7ABD877FFF}"/>
          </ac:spMkLst>
        </pc:spChg>
      </pc:sldChg>
      <pc:sldChg chg="addSp delSp modSp add mod">
        <pc:chgData name="Thüss RM, Remi" userId="0a54d0de-b609-4555-b731-bb7267ce5668" providerId="ADAL" clId="{32BD797C-AC4B-4120-908E-3998C1D876EB}" dt="2023-04-19T12:46:01.354" v="789" actId="1076"/>
        <pc:sldMkLst>
          <pc:docMk/>
          <pc:sldMk cId="2735592712" sldId="276"/>
        </pc:sldMkLst>
        <pc:spChg chg="mod">
          <ac:chgData name="Thüss RM, Remi" userId="0a54d0de-b609-4555-b731-bb7267ce5668" providerId="ADAL" clId="{32BD797C-AC4B-4120-908E-3998C1D876EB}" dt="2023-03-27T14:13:34.503" v="114"/>
          <ac:spMkLst>
            <pc:docMk/>
            <pc:sldMk cId="2735592712" sldId="276"/>
            <ac:spMk id="3" creationId="{6C6463F7-A8FD-5F4B-90E5-B94E79141122}"/>
          </ac:spMkLst>
        </pc:spChg>
        <pc:spChg chg="mod">
          <ac:chgData name="Thüss RM, Remi" userId="0a54d0de-b609-4555-b731-bb7267ce5668" providerId="ADAL" clId="{32BD797C-AC4B-4120-908E-3998C1D876EB}" dt="2023-04-19T10:19:24.940" v="515" actId="255"/>
          <ac:spMkLst>
            <pc:docMk/>
            <pc:sldMk cId="2735592712" sldId="276"/>
            <ac:spMk id="5" creationId="{AF22ADAA-A962-8944-AD14-23A328386956}"/>
          </ac:spMkLst>
        </pc:spChg>
        <pc:spChg chg="del">
          <ac:chgData name="Thüss RM, Remi" userId="0a54d0de-b609-4555-b731-bb7267ce5668" providerId="ADAL" clId="{32BD797C-AC4B-4120-908E-3998C1D876EB}" dt="2023-04-19T08:07:13.653" v="228"/>
          <ac:spMkLst>
            <pc:docMk/>
            <pc:sldMk cId="2735592712" sldId="276"/>
            <ac:spMk id="6" creationId="{5607DDF2-4BD5-AE44-B338-9D054C7D1C9E}"/>
          </ac:spMkLst>
        </pc:spChg>
        <pc:picChg chg="add mod">
          <ac:chgData name="Thüss RM, Remi" userId="0a54d0de-b609-4555-b731-bb7267ce5668" providerId="ADAL" clId="{32BD797C-AC4B-4120-908E-3998C1D876EB}" dt="2023-04-19T12:46:01.354" v="789" actId="1076"/>
          <ac:picMkLst>
            <pc:docMk/>
            <pc:sldMk cId="2735592712" sldId="276"/>
            <ac:picMk id="8" creationId="{605D6D4B-EC5C-5B26-EB83-34F3E635E01D}"/>
          </ac:picMkLst>
        </pc:picChg>
        <pc:picChg chg="add mod">
          <ac:chgData name="Thüss RM, Remi" userId="0a54d0de-b609-4555-b731-bb7267ce5668" providerId="ADAL" clId="{32BD797C-AC4B-4120-908E-3998C1D876EB}" dt="2023-04-19T12:45:23.066" v="783" actId="1076"/>
          <ac:picMkLst>
            <pc:docMk/>
            <pc:sldMk cId="2735592712" sldId="276"/>
            <ac:picMk id="9" creationId="{2E3DED27-2868-7131-1C93-711C8A4ABA57}"/>
          </ac:picMkLst>
        </pc:picChg>
      </pc:sldChg>
      <pc:sldChg chg="add del">
        <pc:chgData name="Thüss RM, Remi" userId="0a54d0de-b609-4555-b731-bb7267ce5668" providerId="ADAL" clId="{32BD797C-AC4B-4120-908E-3998C1D876EB}" dt="2023-03-27T13:58:55.491" v="15"/>
        <pc:sldMkLst>
          <pc:docMk/>
          <pc:sldMk cId="2788637993" sldId="276"/>
        </pc:sldMkLst>
      </pc:sldChg>
      <pc:sldChg chg="addSp delSp modSp add mod">
        <pc:chgData name="Thüss RM, Remi" userId="0a54d0de-b609-4555-b731-bb7267ce5668" providerId="ADAL" clId="{32BD797C-AC4B-4120-908E-3998C1D876EB}" dt="2023-04-19T12:45:46.083" v="786" actId="1076"/>
        <pc:sldMkLst>
          <pc:docMk/>
          <pc:sldMk cId="349753099" sldId="277"/>
        </pc:sldMkLst>
        <pc:spChg chg="mod">
          <ac:chgData name="Thüss RM, Remi" userId="0a54d0de-b609-4555-b731-bb7267ce5668" providerId="ADAL" clId="{32BD797C-AC4B-4120-908E-3998C1D876EB}" dt="2023-04-19T10:19:29.853" v="516" actId="255"/>
          <ac:spMkLst>
            <pc:docMk/>
            <pc:sldMk cId="349753099" sldId="277"/>
            <ac:spMk id="5" creationId="{AF22ADAA-A962-8944-AD14-23A328386956}"/>
          </ac:spMkLst>
        </pc:spChg>
        <pc:spChg chg="add del mod">
          <ac:chgData name="Thüss RM, Remi" userId="0a54d0de-b609-4555-b731-bb7267ce5668" providerId="ADAL" clId="{32BD797C-AC4B-4120-908E-3998C1D876EB}" dt="2023-04-19T08:19:57.893" v="310" actId="931"/>
          <ac:spMkLst>
            <pc:docMk/>
            <pc:sldMk cId="349753099" sldId="277"/>
            <ac:spMk id="7" creationId="{BAD8300E-A0E6-27B5-9947-93791D57DC67}"/>
          </ac:spMkLst>
        </pc:spChg>
        <pc:spChg chg="add del mod">
          <ac:chgData name="Thüss RM, Remi" userId="0a54d0de-b609-4555-b731-bb7267ce5668" providerId="ADAL" clId="{32BD797C-AC4B-4120-908E-3998C1D876EB}" dt="2023-04-19T08:32:19.154" v="329" actId="478"/>
          <ac:spMkLst>
            <pc:docMk/>
            <pc:sldMk cId="349753099" sldId="277"/>
            <ac:spMk id="14" creationId="{711E3510-2AB4-00A2-D40B-1259B56A2ECB}"/>
          </ac:spMkLst>
        </pc:spChg>
        <pc:picChg chg="add mod">
          <ac:chgData name="Thüss RM, Remi" userId="0a54d0de-b609-4555-b731-bb7267ce5668" providerId="ADAL" clId="{32BD797C-AC4B-4120-908E-3998C1D876EB}" dt="2023-04-19T12:45:46.083" v="786" actId="1076"/>
          <ac:picMkLst>
            <pc:docMk/>
            <pc:sldMk cId="349753099" sldId="277"/>
            <ac:picMk id="8" creationId="{C1E9BB2C-125E-9605-C301-EA985B811025}"/>
          </ac:picMkLst>
        </pc:picChg>
        <pc:picChg chg="del">
          <ac:chgData name="Thüss RM, Remi" userId="0a54d0de-b609-4555-b731-bb7267ce5668" providerId="ADAL" clId="{32BD797C-AC4B-4120-908E-3998C1D876EB}" dt="2023-04-19T08:18:18.671" v="306" actId="478"/>
          <ac:picMkLst>
            <pc:docMk/>
            <pc:sldMk cId="349753099" sldId="277"/>
            <ac:picMk id="9" creationId="{D10821DE-B2DF-6A30-8BFB-C1AB054AA1C4}"/>
          </ac:picMkLst>
        </pc:picChg>
        <pc:picChg chg="del">
          <ac:chgData name="Thüss RM, Remi" userId="0a54d0de-b609-4555-b731-bb7267ce5668" providerId="ADAL" clId="{32BD797C-AC4B-4120-908E-3998C1D876EB}" dt="2023-04-19T08:18:19.264" v="307" actId="478"/>
          <ac:picMkLst>
            <pc:docMk/>
            <pc:sldMk cId="349753099" sldId="277"/>
            <ac:picMk id="10" creationId="{E9EF1F1F-DC3A-AC3A-8967-ECDEAF990FAF}"/>
          </ac:picMkLst>
        </pc:picChg>
        <pc:picChg chg="add del mod">
          <ac:chgData name="Thüss RM, Remi" userId="0a54d0de-b609-4555-b731-bb7267ce5668" providerId="ADAL" clId="{32BD797C-AC4B-4120-908E-3998C1D876EB}" dt="2023-04-19T08:30:23.417" v="326" actId="478"/>
          <ac:picMkLst>
            <pc:docMk/>
            <pc:sldMk cId="349753099" sldId="277"/>
            <ac:picMk id="12" creationId="{E3C3DF3D-FACA-4DAA-02C2-D991422273C8}"/>
          </ac:picMkLst>
        </pc:picChg>
        <pc:picChg chg="add del mod">
          <ac:chgData name="Thüss RM, Remi" userId="0a54d0de-b609-4555-b731-bb7267ce5668" providerId="ADAL" clId="{32BD797C-AC4B-4120-908E-3998C1D876EB}" dt="2023-04-19T08:37:17.519" v="332" actId="478"/>
          <ac:picMkLst>
            <pc:docMk/>
            <pc:sldMk cId="349753099" sldId="277"/>
            <ac:picMk id="16" creationId="{936B43E8-72A2-A683-7038-B90D9840932A}"/>
          </ac:picMkLst>
        </pc:picChg>
        <pc:picChg chg="add mod">
          <ac:chgData name="Thüss RM, Remi" userId="0a54d0de-b609-4555-b731-bb7267ce5668" providerId="ADAL" clId="{32BD797C-AC4B-4120-908E-3998C1D876EB}" dt="2023-04-19T08:37:23.006" v="334" actId="1076"/>
          <ac:picMkLst>
            <pc:docMk/>
            <pc:sldMk cId="349753099" sldId="277"/>
            <ac:picMk id="18" creationId="{E7420912-5429-2BC5-4DC5-00DDD87C2A6C}"/>
          </ac:picMkLst>
        </pc:picChg>
      </pc:sldChg>
      <pc:sldChg chg="addSp delSp modSp add del mod">
        <pc:chgData name="Thüss RM, Remi" userId="0a54d0de-b609-4555-b731-bb7267ce5668" providerId="ADAL" clId="{32BD797C-AC4B-4120-908E-3998C1D876EB}" dt="2023-04-19T08:08:40.214" v="256" actId="47"/>
        <pc:sldMkLst>
          <pc:docMk/>
          <pc:sldMk cId="3311094132" sldId="277"/>
        </pc:sldMkLst>
        <pc:spChg chg="add del mod">
          <ac:chgData name="Thüss RM, Remi" userId="0a54d0de-b609-4555-b731-bb7267ce5668" providerId="ADAL" clId="{32BD797C-AC4B-4120-908E-3998C1D876EB}" dt="2023-04-19T08:08:27.088" v="250" actId="478"/>
          <ac:spMkLst>
            <pc:docMk/>
            <pc:sldMk cId="3311094132" sldId="277"/>
            <ac:spMk id="6" creationId="{F7362A7B-56D7-419D-7392-F92F72E6B330}"/>
          </ac:spMkLst>
        </pc:spChg>
        <pc:spChg chg="add del mod">
          <ac:chgData name="Thüss RM, Remi" userId="0a54d0de-b609-4555-b731-bb7267ce5668" providerId="ADAL" clId="{32BD797C-AC4B-4120-908E-3998C1D876EB}" dt="2023-04-19T08:08:31.650" v="253" actId="478"/>
          <ac:spMkLst>
            <pc:docMk/>
            <pc:sldMk cId="3311094132" sldId="277"/>
            <ac:spMk id="8" creationId="{2222AA52-6227-50FF-8A3E-0D1D7032572B}"/>
          </ac:spMkLst>
        </pc:spChg>
        <pc:spChg chg="mod">
          <ac:chgData name="Thüss RM, Remi" userId="0a54d0de-b609-4555-b731-bb7267ce5668" providerId="ADAL" clId="{32BD797C-AC4B-4120-908E-3998C1D876EB}" dt="2023-04-19T08:08:29.658" v="252" actId="1076"/>
          <ac:spMkLst>
            <pc:docMk/>
            <pc:sldMk cId="3311094132" sldId="277"/>
            <ac:spMk id="11" creationId="{F31E2C01-17A5-E19B-A6DA-5C1F849A7819}"/>
          </ac:spMkLst>
        </pc:spChg>
        <pc:spChg chg="add del mod">
          <ac:chgData name="Thüss RM, Remi" userId="0a54d0de-b609-4555-b731-bb7267ce5668" providerId="ADAL" clId="{32BD797C-AC4B-4120-908E-3998C1D876EB}" dt="2023-04-19T08:08:32.181" v="254" actId="478"/>
          <ac:spMkLst>
            <pc:docMk/>
            <pc:sldMk cId="3311094132" sldId="277"/>
            <ac:spMk id="12" creationId="{37138FBB-57B5-6315-0EE7-C0DF0BE7D752}"/>
          </ac:spMkLst>
        </pc:spChg>
        <pc:spChg chg="add del mod">
          <ac:chgData name="Thüss RM, Remi" userId="0a54d0de-b609-4555-b731-bb7267ce5668" providerId="ADAL" clId="{32BD797C-AC4B-4120-908E-3998C1D876EB}" dt="2023-04-19T08:08:32.868" v="255" actId="478"/>
          <ac:spMkLst>
            <pc:docMk/>
            <pc:sldMk cId="3311094132" sldId="277"/>
            <ac:spMk id="15" creationId="{9937023C-FC37-A16A-C0F9-A52B22D7A3A4}"/>
          </ac:spMkLst>
        </pc:spChg>
        <pc:spChg chg="add del mod">
          <ac:chgData name="Thüss RM, Remi" userId="0a54d0de-b609-4555-b731-bb7267ce5668" providerId="ADAL" clId="{32BD797C-AC4B-4120-908E-3998C1D876EB}" dt="2023-04-03T11:25:04.158" v="150"/>
          <ac:spMkLst>
            <pc:docMk/>
            <pc:sldMk cId="3311094132" sldId="277"/>
            <ac:spMk id="16" creationId="{BC1F2016-E4B0-B352-06B9-E1E65515B410}"/>
          </ac:spMkLst>
        </pc:spChg>
        <pc:spChg chg="add del mod">
          <ac:chgData name="Thüss RM, Remi" userId="0a54d0de-b609-4555-b731-bb7267ce5668" providerId="ADAL" clId="{32BD797C-AC4B-4120-908E-3998C1D876EB}" dt="2023-04-03T11:25:18.543" v="154" actId="478"/>
          <ac:spMkLst>
            <pc:docMk/>
            <pc:sldMk cId="3311094132" sldId="277"/>
            <ac:spMk id="17" creationId="{C432ED12-6C81-1788-3C16-C35E1F09B5CE}"/>
          </ac:spMkLst>
        </pc:spChg>
        <pc:spChg chg="add del mod">
          <ac:chgData name="Thüss RM, Remi" userId="0a54d0de-b609-4555-b731-bb7267ce5668" providerId="ADAL" clId="{32BD797C-AC4B-4120-908E-3998C1D876EB}" dt="2023-04-03T11:28:19.236" v="225" actId="478"/>
          <ac:spMkLst>
            <pc:docMk/>
            <pc:sldMk cId="3311094132" sldId="277"/>
            <ac:spMk id="18" creationId="{6F91B95A-4374-B0B7-E235-DB51C1B43E6D}"/>
          </ac:spMkLst>
        </pc:spChg>
        <pc:spChg chg="add del mod">
          <ac:chgData name="Thüss RM, Remi" userId="0a54d0de-b609-4555-b731-bb7267ce5668" providerId="ADAL" clId="{32BD797C-AC4B-4120-908E-3998C1D876EB}" dt="2023-04-03T11:28:20.369" v="226" actId="478"/>
          <ac:spMkLst>
            <pc:docMk/>
            <pc:sldMk cId="3311094132" sldId="277"/>
            <ac:spMk id="19" creationId="{27D0B26A-92B6-1A33-73B5-9FBADA070CDC}"/>
          </ac:spMkLst>
        </pc:spChg>
        <pc:spChg chg="add del mod">
          <ac:chgData name="Thüss RM, Remi" userId="0a54d0de-b609-4555-b731-bb7267ce5668" providerId="ADAL" clId="{32BD797C-AC4B-4120-908E-3998C1D876EB}" dt="2023-04-03T11:28:21.454" v="227" actId="478"/>
          <ac:spMkLst>
            <pc:docMk/>
            <pc:sldMk cId="3311094132" sldId="277"/>
            <ac:spMk id="20" creationId="{DD5994E2-B3A9-E5A3-1332-176CA3A1F02A}"/>
          </ac:spMkLst>
        </pc:spChg>
      </pc:sldChg>
      <pc:sldChg chg="addSp delSp modSp add mod">
        <pc:chgData name="Thüss RM, Remi" userId="0a54d0de-b609-4555-b731-bb7267ce5668" providerId="ADAL" clId="{32BD797C-AC4B-4120-908E-3998C1D876EB}" dt="2023-04-19T12:45:41.143" v="785" actId="1076"/>
        <pc:sldMkLst>
          <pc:docMk/>
          <pc:sldMk cId="483332825" sldId="278"/>
        </pc:sldMkLst>
        <pc:spChg chg="mod">
          <ac:chgData name="Thüss RM, Remi" userId="0a54d0de-b609-4555-b731-bb7267ce5668" providerId="ADAL" clId="{32BD797C-AC4B-4120-908E-3998C1D876EB}" dt="2023-04-19T10:19:34.925" v="517" actId="255"/>
          <ac:spMkLst>
            <pc:docMk/>
            <pc:sldMk cId="483332825" sldId="278"/>
            <ac:spMk id="5" creationId="{AF22ADAA-A962-8944-AD14-23A328386956}"/>
          </ac:spMkLst>
        </pc:spChg>
        <pc:spChg chg="add del mod">
          <ac:chgData name="Thüss RM, Remi" userId="0a54d0de-b609-4555-b731-bb7267ce5668" providerId="ADAL" clId="{32BD797C-AC4B-4120-908E-3998C1D876EB}" dt="2023-04-19T12:35:02.168" v="619" actId="931"/>
          <ac:spMkLst>
            <pc:docMk/>
            <pc:sldMk cId="483332825" sldId="278"/>
            <ac:spMk id="10" creationId="{0B694F3B-08A4-519E-A288-A373FAADD817}"/>
          </ac:spMkLst>
        </pc:spChg>
        <pc:picChg chg="add mod">
          <ac:chgData name="Thüss RM, Remi" userId="0a54d0de-b609-4555-b731-bb7267ce5668" providerId="ADAL" clId="{32BD797C-AC4B-4120-908E-3998C1D876EB}" dt="2023-04-19T12:45:41.143" v="785" actId="1076"/>
          <ac:picMkLst>
            <pc:docMk/>
            <pc:sldMk cId="483332825" sldId="278"/>
            <ac:picMk id="6" creationId="{788C737B-9EBE-38C7-1023-5981F767D91D}"/>
          </ac:picMkLst>
        </pc:picChg>
        <pc:picChg chg="add del mod">
          <ac:chgData name="Thüss RM, Remi" userId="0a54d0de-b609-4555-b731-bb7267ce5668" providerId="ADAL" clId="{32BD797C-AC4B-4120-908E-3998C1D876EB}" dt="2023-04-19T08:29:37.815" v="323"/>
          <ac:picMkLst>
            <pc:docMk/>
            <pc:sldMk cId="483332825" sldId="278"/>
            <ac:picMk id="7" creationId="{4E854BC9-5966-7B30-FB0E-94F13954027C}"/>
          </ac:picMkLst>
        </pc:picChg>
        <pc:picChg chg="del">
          <ac:chgData name="Thüss RM, Remi" userId="0a54d0de-b609-4555-b731-bb7267ce5668" providerId="ADAL" clId="{32BD797C-AC4B-4120-908E-3998C1D876EB}" dt="2023-04-19T08:29:24.170" v="316" actId="478"/>
          <ac:picMkLst>
            <pc:docMk/>
            <pc:sldMk cId="483332825" sldId="278"/>
            <ac:picMk id="8" creationId="{C1E9BB2C-125E-9605-C301-EA985B811025}"/>
          </ac:picMkLst>
        </pc:picChg>
        <pc:picChg chg="del mod">
          <ac:chgData name="Thüss RM, Remi" userId="0a54d0de-b609-4555-b731-bb7267ce5668" providerId="ADAL" clId="{32BD797C-AC4B-4120-908E-3998C1D876EB}" dt="2023-04-19T12:34:55.310" v="618" actId="478"/>
          <ac:picMkLst>
            <pc:docMk/>
            <pc:sldMk cId="483332825" sldId="278"/>
            <ac:picMk id="12" creationId="{E3C3DF3D-FACA-4DAA-02C2-D991422273C8}"/>
          </ac:picMkLst>
        </pc:picChg>
        <pc:picChg chg="add mod">
          <ac:chgData name="Thüss RM, Remi" userId="0a54d0de-b609-4555-b731-bb7267ce5668" providerId="ADAL" clId="{32BD797C-AC4B-4120-908E-3998C1D876EB}" dt="2023-04-19T12:35:02.168" v="619" actId="931"/>
          <ac:picMkLst>
            <pc:docMk/>
            <pc:sldMk cId="483332825" sldId="278"/>
            <ac:picMk id="13" creationId="{814FE4A8-0F3A-27FF-7402-BE02012861E0}"/>
          </ac:picMkLst>
        </pc:picChg>
      </pc:sldChg>
      <pc:sldChg chg="addSp delSp modSp add mod ord">
        <pc:chgData name="Thüss RM, Remi" userId="0a54d0de-b609-4555-b731-bb7267ce5668" providerId="ADAL" clId="{32BD797C-AC4B-4120-908E-3998C1D876EB}" dt="2023-04-19T10:30:42.402" v="565" actId="20577"/>
        <pc:sldMkLst>
          <pc:docMk/>
          <pc:sldMk cId="4106739452" sldId="279"/>
        </pc:sldMkLst>
        <pc:spChg chg="mod">
          <ac:chgData name="Thüss RM, Remi" userId="0a54d0de-b609-4555-b731-bb7267ce5668" providerId="ADAL" clId="{32BD797C-AC4B-4120-908E-3998C1D876EB}" dt="2023-04-19T10:19:50.434" v="532" actId="255"/>
          <ac:spMkLst>
            <pc:docMk/>
            <pc:sldMk cId="4106739452" sldId="279"/>
            <ac:spMk id="5" creationId="{AF22ADAA-A962-8944-AD14-23A328386956}"/>
          </ac:spMkLst>
        </pc:spChg>
        <pc:spChg chg="add mod">
          <ac:chgData name="Thüss RM, Remi" userId="0a54d0de-b609-4555-b731-bb7267ce5668" providerId="ADAL" clId="{32BD797C-AC4B-4120-908E-3998C1D876EB}" dt="2023-04-19T10:30:42.402" v="565" actId="20577"/>
          <ac:spMkLst>
            <pc:docMk/>
            <pc:sldMk cId="4106739452" sldId="279"/>
            <ac:spMk id="6" creationId="{1059CF60-1B87-676D-6089-4F21CCBA50F2}"/>
          </ac:spMkLst>
        </pc:spChg>
        <pc:picChg chg="del">
          <ac:chgData name="Thüss RM, Remi" userId="0a54d0de-b609-4555-b731-bb7267ce5668" providerId="ADAL" clId="{32BD797C-AC4B-4120-908E-3998C1D876EB}" dt="2023-04-19T10:19:45.411" v="530" actId="478"/>
          <ac:picMkLst>
            <pc:docMk/>
            <pc:sldMk cId="4106739452" sldId="279"/>
            <ac:picMk id="8" creationId="{C1E9BB2C-125E-9605-C301-EA985B811025}"/>
          </ac:picMkLst>
        </pc:picChg>
        <pc:picChg chg="del">
          <ac:chgData name="Thüss RM, Remi" userId="0a54d0de-b609-4555-b731-bb7267ce5668" providerId="ADAL" clId="{32BD797C-AC4B-4120-908E-3998C1D876EB}" dt="2023-04-19T10:19:45.961" v="531" actId="478"/>
          <ac:picMkLst>
            <pc:docMk/>
            <pc:sldMk cId="4106739452" sldId="279"/>
            <ac:picMk id="18" creationId="{E7420912-5429-2BC5-4DC5-00DDD87C2A6C}"/>
          </ac:picMkLst>
        </pc:picChg>
      </pc:sldChg>
      <pc:sldChg chg="addSp delSp modSp add mod">
        <pc:chgData name="Thüss RM, Remi" userId="0a54d0de-b609-4555-b731-bb7267ce5668" providerId="ADAL" clId="{32BD797C-AC4B-4120-908E-3998C1D876EB}" dt="2023-04-19T12:44:46.965" v="782" actId="1035"/>
        <pc:sldMkLst>
          <pc:docMk/>
          <pc:sldMk cId="1311603486" sldId="280"/>
        </pc:sldMkLst>
        <pc:spChg chg="mod">
          <ac:chgData name="Thüss RM, Remi" userId="0a54d0de-b609-4555-b731-bb7267ce5668" providerId="ADAL" clId="{32BD797C-AC4B-4120-908E-3998C1D876EB}" dt="2023-04-19T12:44:13.437" v="745" actId="1076"/>
          <ac:spMkLst>
            <pc:docMk/>
            <pc:sldMk cId="1311603486" sldId="280"/>
            <ac:spMk id="5" creationId="{AF22ADAA-A962-8944-AD14-23A328386956}"/>
          </ac:spMkLst>
        </pc:spChg>
        <pc:spChg chg="add mod">
          <ac:chgData name="Thüss RM, Remi" userId="0a54d0de-b609-4555-b731-bb7267ce5668" providerId="ADAL" clId="{32BD797C-AC4B-4120-908E-3998C1D876EB}" dt="2023-04-19T12:44:46.965" v="782" actId="1035"/>
          <ac:spMkLst>
            <pc:docMk/>
            <pc:sldMk cId="1311603486" sldId="280"/>
            <ac:spMk id="6" creationId="{428D6976-06DA-7A15-DA09-07BFB7BAAB40}"/>
          </ac:spMkLst>
        </pc:spChg>
        <pc:spChg chg="add mod">
          <ac:chgData name="Thüss RM, Remi" userId="0a54d0de-b609-4555-b731-bb7267ce5668" providerId="ADAL" clId="{32BD797C-AC4B-4120-908E-3998C1D876EB}" dt="2023-04-19T12:44:46.965" v="782" actId="1035"/>
          <ac:spMkLst>
            <pc:docMk/>
            <pc:sldMk cId="1311603486" sldId="280"/>
            <ac:spMk id="9" creationId="{FFBB3AF3-EBAD-E0CD-CBD4-EFB46FC87CDA}"/>
          </ac:spMkLst>
        </pc:spChg>
        <pc:spChg chg="add del">
          <ac:chgData name="Thüss RM, Remi" userId="0a54d0de-b609-4555-b731-bb7267ce5668" providerId="ADAL" clId="{32BD797C-AC4B-4120-908E-3998C1D876EB}" dt="2023-04-19T12:36:15.795" v="660" actId="22"/>
          <ac:spMkLst>
            <pc:docMk/>
            <pc:sldMk cId="1311603486" sldId="280"/>
            <ac:spMk id="11" creationId="{BC2D5309-FD24-0A02-16A4-5567CB0758A4}"/>
          </ac:spMkLst>
        </pc:spChg>
        <pc:spChg chg="add mod">
          <ac:chgData name="Thüss RM, Remi" userId="0a54d0de-b609-4555-b731-bb7267ce5668" providerId="ADAL" clId="{32BD797C-AC4B-4120-908E-3998C1D876EB}" dt="2023-04-19T12:44:46.965" v="782" actId="1035"/>
          <ac:spMkLst>
            <pc:docMk/>
            <pc:sldMk cId="1311603486" sldId="280"/>
            <ac:spMk id="13" creationId="{D6C47A2D-B2F5-D908-9408-A5F88DBE9E98}"/>
          </ac:spMkLst>
        </pc:spChg>
        <pc:spChg chg="add mod">
          <ac:chgData name="Thüss RM, Remi" userId="0a54d0de-b609-4555-b731-bb7267ce5668" providerId="ADAL" clId="{32BD797C-AC4B-4120-908E-3998C1D876EB}" dt="2023-04-19T12:44:46.965" v="782" actId="1035"/>
          <ac:spMkLst>
            <pc:docMk/>
            <pc:sldMk cId="1311603486" sldId="280"/>
            <ac:spMk id="14" creationId="{560169CF-EA31-C040-A0B1-EDC63981E803}"/>
          </ac:spMkLst>
        </pc:spChg>
        <pc:picChg chg="add mod">
          <ac:chgData name="Thüss RM, Remi" userId="0a54d0de-b609-4555-b731-bb7267ce5668" providerId="ADAL" clId="{32BD797C-AC4B-4120-908E-3998C1D876EB}" dt="2023-04-19T12:44:46.965" v="782" actId="1035"/>
          <ac:picMkLst>
            <pc:docMk/>
            <pc:sldMk cId="1311603486" sldId="280"/>
            <ac:picMk id="7" creationId="{42AAB596-BC6D-03B7-FB02-4AAA5764928A}"/>
          </ac:picMkLst>
        </pc:picChg>
        <pc:picChg chg="add mod">
          <ac:chgData name="Thüss RM, Remi" userId="0a54d0de-b609-4555-b731-bb7267ce5668" providerId="ADAL" clId="{32BD797C-AC4B-4120-908E-3998C1D876EB}" dt="2023-04-19T12:44:46.965" v="782" actId="1035"/>
          <ac:picMkLst>
            <pc:docMk/>
            <pc:sldMk cId="1311603486" sldId="280"/>
            <ac:picMk id="8" creationId="{7F4CE3F7-0D38-1E3A-63EC-7B081EE6F3B5}"/>
          </ac:picMkLst>
        </pc:picChg>
        <pc:cxnChg chg="add del mod">
          <ac:chgData name="Thüss RM, Remi" userId="0a54d0de-b609-4555-b731-bb7267ce5668" providerId="ADAL" clId="{32BD797C-AC4B-4120-908E-3998C1D876EB}" dt="2023-04-19T12:42:47.379" v="733" actId="478"/>
          <ac:cxnSpMkLst>
            <pc:docMk/>
            <pc:sldMk cId="1311603486" sldId="280"/>
            <ac:cxnSpMk id="16" creationId="{C73D2247-B08F-4741-7157-90A6514CC768}"/>
          </ac:cxnSpMkLst>
        </pc:cxnChg>
        <pc:cxnChg chg="add mod">
          <ac:chgData name="Thüss RM, Remi" userId="0a54d0de-b609-4555-b731-bb7267ce5668" providerId="ADAL" clId="{32BD797C-AC4B-4120-908E-3998C1D876EB}" dt="2023-04-19T12:44:46.965" v="782" actId="1035"/>
          <ac:cxnSpMkLst>
            <pc:docMk/>
            <pc:sldMk cId="1311603486" sldId="280"/>
            <ac:cxnSpMk id="18" creationId="{ABDC358F-E3FD-F03B-EF4C-E10D9B91181E}"/>
          </ac:cxnSpMkLst>
        </pc:cxnChg>
      </pc:sldChg>
    </pc:docChg>
  </pc:docChgLst>
  <pc:docChgLst>
    <pc:chgData name="Thüss RM, Remi" userId="0a54d0de-b609-4555-b731-bb7267ce5668" providerId="ADAL" clId="{74FEC287-FECC-49E1-807C-32D8B95CAFC6}"/>
    <pc:docChg chg="undo custSel addSld delSld modSld sldOrd delSection modSection">
      <pc:chgData name="Thüss RM, Remi" userId="0a54d0de-b609-4555-b731-bb7267ce5668" providerId="ADAL" clId="{74FEC287-FECC-49E1-807C-32D8B95CAFC6}" dt="2024-06-03T07:52:45.445" v="930" actId="20577"/>
      <pc:docMkLst>
        <pc:docMk/>
      </pc:docMkLst>
      <pc:sldChg chg="modSp mod">
        <pc:chgData name="Thüss RM, Remi" userId="0a54d0de-b609-4555-b731-bb7267ce5668" providerId="ADAL" clId="{74FEC287-FECC-49E1-807C-32D8B95CAFC6}" dt="2024-05-30T10:25:29.433" v="50" actId="20577"/>
        <pc:sldMkLst>
          <pc:docMk/>
          <pc:sldMk cId="1631541359" sldId="262"/>
        </pc:sldMkLst>
        <pc:spChg chg="mod">
          <ac:chgData name="Thüss RM, Remi" userId="0a54d0de-b609-4555-b731-bb7267ce5668" providerId="ADAL" clId="{74FEC287-FECC-49E1-807C-32D8B95CAFC6}" dt="2024-05-30T10:25:29.433" v="50" actId="20577"/>
          <ac:spMkLst>
            <pc:docMk/>
            <pc:sldMk cId="1631541359" sldId="262"/>
            <ac:spMk id="6" creationId="{5607DDF2-4BD5-AE44-B338-9D054C7D1C9E}"/>
          </ac:spMkLst>
        </pc:spChg>
      </pc:sldChg>
      <pc:sldChg chg="modSp mod">
        <pc:chgData name="Thüss RM, Remi" userId="0a54d0de-b609-4555-b731-bb7267ce5668" providerId="ADAL" clId="{74FEC287-FECC-49E1-807C-32D8B95CAFC6}" dt="2024-05-30T10:24:47.953" v="24" actId="20577"/>
        <pc:sldMkLst>
          <pc:docMk/>
          <pc:sldMk cId="3093389630" sldId="270"/>
        </pc:sldMkLst>
        <pc:spChg chg="mod">
          <ac:chgData name="Thüss RM, Remi" userId="0a54d0de-b609-4555-b731-bb7267ce5668" providerId="ADAL" clId="{74FEC287-FECC-49E1-807C-32D8B95CAFC6}" dt="2024-05-30T10:24:47.953" v="24" actId="20577"/>
          <ac:spMkLst>
            <pc:docMk/>
            <pc:sldMk cId="3093389630" sldId="270"/>
            <ac:spMk id="2" creationId="{29525EE7-670F-0139-0594-29D61E17126F}"/>
          </ac:spMkLst>
        </pc:spChg>
      </pc:sldChg>
      <pc:sldChg chg="add del">
        <pc:chgData name="Thüss RM, Remi" userId="0a54d0de-b609-4555-b731-bb7267ce5668" providerId="ADAL" clId="{74FEC287-FECC-49E1-807C-32D8B95CAFC6}" dt="2024-05-30T11:50:31.914" v="890" actId="47"/>
        <pc:sldMkLst>
          <pc:docMk/>
          <pc:sldMk cId="2023113324" sldId="271"/>
        </pc:sldMkLst>
      </pc:sldChg>
      <pc:sldChg chg="modSp add mod">
        <pc:chgData name="Thüss RM, Remi" userId="0a54d0de-b609-4555-b731-bb7267ce5668" providerId="ADAL" clId="{74FEC287-FECC-49E1-807C-32D8B95CAFC6}" dt="2024-05-30T10:42:23.628" v="267" actId="20577"/>
        <pc:sldMkLst>
          <pc:docMk/>
          <pc:sldMk cId="847930728" sldId="272"/>
        </pc:sldMkLst>
        <pc:spChg chg="mod">
          <ac:chgData name="Thüss RM, Remi" userId="0a54d0de-b609-4555-b731-bb7267ce5668" providerId="ADAL" clId="{74FEC287-FECC-49E1-807C-32D8B95CAFC6}" dt="2024-05-30T10:35:26.060" v="78" actId="20577"/>
          <ac:spMkLst>
            <pc:docMk/>
            <pc:sldMk cId="847930728" sldId="272"/>
            <ac:spMk id="5" creationId="{AF22ADAA-A962-8944-AD14-23A328386956}"/>
          </ac:spMkLst>
        </pc:spChg>
        <pc:spChg chg="mod">
          <ac:chgData name="Thüss RM, Remi" userId="0a54d0de-b609-4555-b731-bb7267ce5668" providerId="ADAL" clId="{74FEC287-FECC-49E1-807C-32D8B95CAFC6}" dt="2024-05-30T10:42:23.628" v="267" actId="20577"/>
          <ac:spMkLst>
            <pc:docMk/>
            <pc:sldMk cId="847930728" sldId="272"/>
            <ac:spMk id="6" creationId="{5607DDF2-4BD5-AE44-B338-9D054C7D1C9E}"/>
          </ac:spMkLst>
        </pc:spChg>
      </pc:sldChg>
      <pc:sldChg chg="modSp add mod">
        <pc:chgData name="Thüss RM, Remi" userId="0a54d0de-b609-4555-b731-bb7267ce5668" providerId="ADAL" clId="{74FEC287-FECC-49E1-807C-32D8B95CAFC6}" dt="2024-05-30T10:42:54.882" v="270" actId="20577"/>
        <pc:sldMkLst>
          <pc:docMk/>
          <pc:sldMk cId="2587040266" sldId="273"/>
        </pc:sldMkLst>
        <pc:spChg chg="mod">
          <ac:chgData name="Thüss RM, Remi" userId="0a54d0de-b609-4555-b731-bb7267ce5668" providerId="ADAL" clId="{74FEC287-FECC-49E1-807C-32D8B95CAFC6}" dt="2024-05-30T10:42:54.882" v="270" actId="20577"/>
          <ac:spMkLst>
            <pc:docMk/>
            <pc:sldMk cId="2587040266" sldId="273"/>
            <ac:spMk id="6" creationId="{5607DDF2-4BD5-AE44-B338-9D054C7D1C9E}"/>
          </ac:spMkLst>
        </pc:spChg>
      </pc:sldChg>
      <pc:sldChg chg="modSp add mod">
        <pc:chgData name="Thüss RM, Remi" userId="0a54d0de-b609-4555-b731-bb7267ce5668" providerId="ADAL" clId="{74FEC287-FECC-49E1-807C-32D8B95CAFC6}" dt="2024-05-30T10:48:42.824" v="390" actId="20577"/>
        <pc:sldMkLst>
          <pc:docMk/>
          <pc:sldMk cId="2018724925" sldId="274"/>
        </pc:sldMkLst>
        <pc:spChg chg="mod">
          <ac:chgData name="Thüss RM, Remi" userId="0a54d0de-b609-4555-b731-bb7267ce5668" providerId="ADAL" clId="{74FEC287-FECC-49E1-807C-32D8B95CAFC6}" dt="2024-05-30T10:43:11.884" v="273" actId="20577"/>
          <ac:spMkLst>
            <pc:docMk/>
            <pc:sldMk cId="2018724925" sldId="274"/>
            <ac:spMk id="5" creationId="{AF22ADAA-A962-8944-AD14-23A328386956}"/>
          </ac:spMkLst>
        </pc:spChg>
        <pc:spChg chg="mod">
          <ac:chgData name="Thüss RM, Remi" userId="0a54d0de-b609-4555-b731-bb7267ce5668" providerId="ADAL" clId="{74FEC287-FECC-49E1-807C-32D8B95CAFC6}" dt="2024-05-30T10:48:42.824" v="390" actId="20577"/>
          <ac:spMkLst>
            <pc:docMk/>
            <pc:sldMk cId="2018724925" sldId="274"/>
            <ac:spMk id="6" creationId="{5607DDF2-4BD5-AE44-B338-9D054C7D1C9E}"/>
          </ac:spMkLst>
        </pc:spChg>
      </pc:sldChg>
      <pc:sldChg chg="add del">
        <pc:chgData name="Thüss RM, Remi" userId="0a54d0de-b609-4555-b731-bb7267ce5668" providerId="ADAL" clId="{74FEC287-FECC-49E1-807C-32D8B95CAFC6}" dt="2024-05-30T10:48:51.892" v="392" actId="47"/>
        <pc:sldMkLst>
          <pc:docMk/>
          <pc:sldMk cId="166632591" sldId="275"/>
        </pc:sldMkLst>
      </pc:sldChg>
      <pc:sldChg chg="modSp add mod">
        <pc:chgData name="Thüss RM, Remi" userId="0a54d0de-b609-4555-b731-bb7267ce5668" providerId="ADAL" clId="{74FEC287-FECC-49E1-807C-32D8B95CAFC6}" dt="2024-06-03T07:52:45.445" v="930" actId="20577"/>
        <pc:sldMkLst>
          <pc:docMk/>
          <pc:sldMk cId="960775056" sldId="276"/>
        </pc:sldMkLst>
        <pc:spChg chg="mod">
          <ac:chgData name="Thüss RM, Remi" userId="0a54d0de-b609-4555-b731-bb7267ce5668" providerId="ADAL" clId="{74FEC287-FECC-49E1-807C-32D8B95CAFC6}" dt="2024-06-03T07:52:45.445" v="930" actId="20577"/>
          <ac:spMkLst>
            <pc:docMk/>
            <pc:sldMk cId="960775056" sldId="276"/>
            <ac:spMk id="6" creationId="{5607DDF2-4BD5-AE44-B338-9D054C7D1C9E}"/>
          </ac:spMkLst>
        </pc:spChg>
      </pc:sldChg>
      <pc:sldChg chg="addSp modSp add mod">
        <pc:chgData name="Thüss RM, Remi" userId="0a54d0de-b609-4555-b731-bb7267ce5668" providerId="ADAL" clId="{74FEC287-FECC-49E1-807C-32D8B95CAFC6}" dt="2024-05-30T11:26:54.076" v="730" actId="20577"/>
        <pc:sldMkLst>
          <pc:docMk/>
          <pc:sldMk cId="2822864073" sldId="277"/>
        </pc:sldMkLst>
        <pc:spChg chg="mod">
          <ac:chgData name="Thüss RM, Remi" userId="0a54d0de-b609-4555-b731-bb7267ce5668" providerId="ADAL" clId="{74FEC287-FECC-49E1-807C-32D8B95CAFC6}" dt="2024-05-30T11:26:54.076" v="730" actId="20577"/>
          <ac:spMkLst>
            <pc:docMk/>
            <pc:sldMk cId="2822864073" sldId="277"/>
            <ac:spMk id="5" creationId="{AF22ADAA-A962-8944-AD14-23A328386956}"/>
          </ac:spMkLst>
        </pc:spChg>
        <pc:spChg chg="mod">
          <ac:chgData name="Thüss RM, Remi" userId="0a54d0de-b609-4555-b731-bb7267ce5668" providerId="ADAL" clId="{74FEC287-FECC-49E1-807C-32D8B95CAFC6}" dt="2024-05-30T11:26:36.703" v="725" actId="20577"/>
          <ac:spMkLst>
            <pc:docMk/>
            <pc:sldMk cId="2822864073" sldId="277"/>
            <ac:spMk id="6" creationId="{5607DDF2-4BD5-AE44-B338-9D054C7D1C9E}"/>
          </ac:spMkLst>
        </pc:spChg>
        <pc:picChg chg="add mod">
          <ac:chgData name="Thüss RM, Remi" userId="0a54d0de-b609-4555-b731-bb7267ce5668" providerId="ADAL" clId="{74FEC287-FECC-49E1-807C-32D8B95CAFC6}" dt="2024-05-30T11:25:46.684" v="607" actId="1076"/>
          <ac:picMkLst>
            <pc:docMk/>
            <pc:sldMk cId="2822864073" sldId="277"/>
            <ac:picMk id="8" creationId="{DD54E3CF-E8C9-E709-9223-F0A09BD86829}"/>
          </ac:picMkLst>
        </pc:picChg>
      </pc:sldChg>
      <pc:sldChg chg="modSp add mod">
        <pc:chgData name="Thüss RM, Remi" userId="0a54d0de-b609-4555-b731-bb7267ce5668" providerId="ADAL" clId="{74FEC287-FECC-49E1-807C-32D8B95CAFC6}" dt="2024-05-30T11:26:57.398" v="732" actId="20577"/>
        <pc:sldMkLst>
          <pc:docMk/>
          <pc:sldMk cId="1818227016" sldId="278"/>
        </pc:sldMkLst>
        <pc:spChg chg="mod">
          <ac:chgData name="Thüss RM, Remi" userId="0a54d0de-b609-4555-b731-bb7267ce5668" providerId="ADAL" clId="{74FEC287-FECC-49E1-807C-32D8B95CAFC6}" dt="2024-05-30T11:26:57.398" v="732" actId="20577"/>
          <ac:spMkLst>
            <pc:docMk/>
            <pc:sldMk cId="1818227016" sldId="278"/>
            <ac:spMk id="5" creationId="{AF22ADAA-A962-8944-AD14-23A328386956}"/>
          </ac:spMkLst>
        </pc:spChg>
        <pc:spChg chg="mod">
          <ac:chgData name="Thüss RM, Remi" userId="0a54d0de-b609-4555-b731-bb7267ce5668" providerId="ADAL" clId="{74FEC287-FECC-49E1-807C-32D8B95CAFC6}" dt="2024-05-30T11:26:46.151" v="728" actId="207"/>
          <ac:spMkLst>
            <pc:docMk/>
            <pc:sldMk cId="1818227016" sldId="278"/>
            <ac:spMk id="6" creationId="{5607DDF2-4BD5-AE44-B338-9D054C7D1C9E}"/>
          </ac:spMkLst>
        </pc:spChg>
      </pc:sldChg>
      <pc:sldChg chg="add del">
        <pc:chgData name="Thüss RM, Remi" userId="0a54d0de-b609-4555-b731-bb7267ce5668" providerId="ADAL" clId="{74FEC287-FECC-49E1-807C-32D8B95CAFC6}" dt="2024-05-30T11:50:43.821" v="891" actId="47"/>
        <pc:sldMkLst>
          <pc:docMk/>
          <pc:sldMk cId="2895783734" sldId="279"/>
        </pc:sldMkLst>
      </pc:sldChg>
      <pc:sldChg chg="addSp delSp modSp add mod">
        <pc:chgData name="Thüss RM, Remi" userId="0a54d0de-b609-4555-b731-bb7267ce5668" providerId="ADAL" clId="{74FEC287-FECC-49E1-807C-32D8B95CAFC6}" dt="2024-05-30T11:48:24.609" v="868" actId="1076"/>
        <pc:sldMkLst>
          <pc:docMk/>
          <pc:sldMk cId="1798353430" sldId="280"/>
        </pc:sldMkLst>
        <pc:spChg chg="mod">
          <ac:chgData name="Thüss RM, Remi" userId="0a54d0de-b609-4555-b731-bb7267ce5668" providerId="ADAL" clId="{74FEC287-FECC-49E1-807C-32D8B95CAFC6}" dt="2024-05-30T11:44:53.403" v="735" actId="20577"/>
          <ac:spMkLst>
            <pc:docMk/>
            <pc:sldMk cId="1798353430" sldId="280"/>
            <ac:spMk id="5" creationId="{AF22ADAA-A962-8944-AD14-23A328386956}"/>
          </ac:spMkLst>
        </pc:spChg>
        <pc:spChg chg="mod">
          <ac:chgData name="Thüss RM, Remi" userId="0a54d0de-b609-4555-b731-bb7267ce5668" providerId="ADAL" clId="{74FEC287-FECC-49E1-807C-32D8B95CAFC6}" dt="2024-05-30T11:48:20.921" v="867" actId="20577"/>
          <ac:spMkLst>
            <pc:docMk/>
            <pc:sldMk cId="1798353430" sldId="280"/>
            <ac:spMk id="6" creationId="{5607DDF2-4BD5-AE44-B338-9D054C7D1C9E}"/>
          </ac:spMkLst>
        </pc:spChg>
        <pc:picChg chg="del">
          <ac:chgData name="Thüss RM, Remi" userId="0a54d0de-b609-4555-b731-bb7267ce5668" providerId="ADAL" clId="{74FEC287-FECC-49E1-807C-32D8B95CAFC6}" dt="2024-05-30T11:44:58.171" v="736" actId="478"/>
          <ac:picMkLst>
            <pc:docMk/>
            <pc:sldMk cId="1798353430" sldId="280"/>
            <ac:picMk id="8" creationId="{DD54E3CF-E8C9-E709-9223-F0A09BD86829}"/>
          </ac:picMkLst>
        </pc:picChg>
        <pc:picChg chg="add del mod modCrop">
          <ac:chgData name="Thüss RM, Remi" userId="0a54d0de-b609-4555-b731-bb7267ce5668" providerId="ADAL" clId="{74FEC287-FECC-49E1-807C-32D8B95CAFC6}" dt="2024-05-30T11:46:23.345" v="775" actId="478"/>
          <ac:picMkLst>
            <pc:docMk/>
            <pc:sldMk cId="1798353430" sldId="280"/>
            <ac:picMk id="9" creationId="{CBB8DB56-36EB-2A1F-61F6-EC6071D91C8D}"/>
          </ac:picMkLst>
        </pc:picChg>
        <pc:picChg chg="add mod">
          <ac:chgData name="Thüss RM, Remi" userId="0a54d0de-b609-4555-b731-bb7267ce5668" providerId="ADAL" clId="{74FEC287-FECC-49E1-807C-32D8B95CAFC6}" dt="2024-05-30T11:48:24.609" v="868" actId="1076"/>
          <ac:picMkLst>
            <pc:docMk/>
            <pc:sldMk cId="1798353430" sldId="280"/>
            <ac:picMk id="11" creationId="{409065A6-680B-B1DC-7A36-8939F8C53266}"/>
          </ac:picMkLst>
        </pc:picChg>
      </pc:sldChg>
      <pc:sldChg chg="addSp modSp add mod">
        <pc:chgData name="Thüss RM, Remi" userId="0a54d0de-b609-4555-b731-bb7267ce5668" providerId="ADAL" clId="{74FEC287-FECC-49E1-807C-32D8B95CAFC6}" dt="2024-05-30T11:50:23.563" v="889" actId="1038"/>
        <pc:sldMkLst>
          <pc:docMk/>
          <pc:sldMk cId="157606113" sldId="281"/>
        </pc:sldMkLst>
        <pc:spChg chg="add mod">
          <ac:chgData name="Thüss RM, Remi" userId="0a54d0de-b609-4555-b731-bb7267ce5668" providerId="ADAL" clId="{74FEC287-FECC-49E1-807C-32D8B95CAFC6}" dt="2024-05-30T11:50:23.563" v="889" actId="1038"/>
          <ac:spMkLst>
            <pc:docMk/>
            <pc:sldMk cId="157606113" sldId="281"/>
            <ac:spMk id="14" creationId="{1253247C-B0CB-80B6-A214-86023D234098}"/>
          </ac:spMkLst>
        </pc:spChg>
        <pc:picChg chg="add mod">
          <ac:chgData name="Thüss RM, Remi" userId="0a54d0de-b609-4555-b731-bb7267ce5668" providerId="ADAL" clId="{74FEC287-FECC-49E1-807C-32D8B95CAFC6}" dt="2024-05-30T11:48:51.619" v="871" actId="1076"/>
          <ac:picMkLst>
            <pc:docMk/>
            <pc:sldMk cId="157606113" sldId="281"/>
            <ac:picMk id="8" creationId="{F668EC48-D7D2-4055-AE7D-BF5A20D812A8}"/>
          </ac:picMkLst>
        </pc:picChg>
        <pc:picChg chg="add mod">
          <ac:chgData name="Thüss RM, Remi" userId="0a54d0de-b609-4555-b731-bb7267ce5668" providerId="ADAL" clId="{74FEC287-FECC-49E1-807C-32D8B95CAFC6}" dt="2024-05-30T11:49:20.380" v="873" actId="1076"/>
          <ac:picMkLst>
            <pc:docMk/>
            <pc:sldMk cId="157606113" sldId="281"/>
            <ac:picMk id="10" creationId="{372A7A48-CCE9-5996-FD7E-879B2EED92E3}"/>
          </ac:picMkLst>
        </pc:picChg>
        <pc:picChg chg="add mod">
          <ac:chgData name="Thüss RM, Remi" userId="0a54d0de-b609-4555-b731-bb7267ce5668" providerId="ADAL" clId="{74FEC287-FECC-49E1-807C-32D8B95CAFC6}" dt="2024-05-30T11:49:39.110" v="875" actId="1076"/>
          <ac:picMkLst>
            <pc:docMk/>
            <pc:sldMk cId="157606113" sldId="281"/>
            <ac:picMk id="13" creationId="{992E944F-B55D-76F0-9F47-8EF1F3702572}"/>
          </ac:picMkLst>
        </pc:picChg>
      </pc:sldChg>
      <pc:sldChg chg="add del">
        <pc:chgData name="Thüss RM, Remi" userId="0a54d0de-b609-4555-b731-bb7267ce5668" providerId="ADAL" clId="{74FEC287-FECC-49E1-807C-32D8B95CAFC6}" dt="2024-05-30T11:45:00.772" v="738"/>
        <pc:sldMkLst>
          <pc:docMk/>
          <pc:sldMk cId="2392273922" sldId="281"/>
        </pc:sldMkLst>
      </pc:sldChg>
      <pc:sldChg chg="del">
        <pc:chgData name="Thüss RM, Remi" userId="0a54d0de-b609-4555-b731-bb7267ce5668" providerId="ADAL" clId="{74FEC287-FECC-49E1-807C-32D8B95CAFC6}" dt="2024-05-30T10:25:45.314" v="66" actId="47"/>
        <pc:sldMkLst>
          <pc:docMk/>
          <pc:sldMk cId="2742246773" sldId="281"/>
        </pc:sldMkLst>
      </pc:sldChg>
      <pc:sldChg chg="modSp add mod ord">
        <pc:chgData name="Thüss RM, Remi" userId="0a54d0de-b609-4555-b731-bb7267ce5668" providerId="ADAL" clId="{74FEC287-FECC-49E1-807C-32D8B95CAFC6}" dt="2024-05-30T11:51:12.166" v="922" actId="5793"/>
        <pc:sldMkLst>
          <pc:docMk/>
          <pc:sldMk cId="1853841320" sldId="282"/>
        </pc:sldMkLst>
        <pc:spChg chg="mod">
          <ac:chgData name="Thüss RM, Remi" userId="0a54d0de-b609-4555-b731-bb7267ce5668" providerId="ADAL" clId="{74FEC287-FECC-49E1-807C-32D8B95CAFC6}" dt="2024-05-30T11:51:08.699" v="920" actId="20577"/>
          <ac:spMkLst>
            <pc:docMk/>
            <pc:sldMk cId="1853841320" sldId="282"/>
            <ac:spMk id="5" creationId="{AF22ADAA-A962-8944-AD14-23A328386956}"/>
          </ac:spMkLst>
        </pc:spChg>
        <pc:spChg chg="mod">
          <ac:chgData name="Thüss RM, Remi" userId="0a54d0de-b609-4555-b731-bb7267ce5668" providerId="ADAL" clId="{74FEC287-FECC-49E1-807C-32D8B95CAFC6}" dt="2024-05-30T11:51:12.166" v="922" actId="5793"/>
          <ac:spMkLst>
            <pc:docMk/>
            <pc:sldMk cId="1853841320" sldId="282"/>
            <ac:spMk id="6" creationId="{5607DDF2-4BD5-AE44-B338-9D054C7D1C9E}"/>
          </ac:spMkLst>
        </pc:spChg>
      </pc:sldChg>
      <pc:sldChg chg="del">
        <pc:chgData name="Thüss RM, Remi" userId="0a54d0de-b609-4555-b731-bb7267ce5668" providerId="ADAL" clId="{74FEC287-FECC-49E1-807C-32D8B95CAFC6}" dt="2024-05-30T10:25:37.905" v="54" actId="47"/>
        <pc:sldMkLst>
          <pc:docMk/>
          <pc:sldMk cId="1648753871" sldId="283"/>
        </pc:sldMkLst>
      </pc:sldChg>
      <pc:sldChg chg="del">
        <pc:chgData name="Thüss RM, Remi" userId="0a54d0de-b609-4555-b731-bb7267ce5668" providerId="ADAL" clId="{74FEC287-FECC-49E1-807C-32D8B95CAFC6}" dt="2024-05-30T10:25:38.235" v="55" actId="47"/>
        <pc:sldMkLst>
          <pc:docMk/>
          <pc:sldMk cId="3832649212" sldId="284"/>
        </pc:sldMkLst>
      </pc:sldChg>
      <pc:sldChg chg="del">
        <pc:chgData name="Thüss RM, Remi" userId="0a54d0de-b609-4555-b731-bb7267ce5668" providerId="ADAL" clId="{74FEC287-FECC-49E1-807C-32D8B95CAFC6}" dt="2024-05-30T10:25:38.508" v="56" actId="47"/>
        <pc:sldMkLst>
          <pc:docMk/>
          <pc:sldMk cId="2469836886" sldId="285"/>
        </pc:sldMkLst>
      </pc:sldChg>
      <pc:sldChg chg="del">
        <pc:chgData name="Thüss RM, Remi" userId="0a54d0de-b609-4555-b731-bb7267ce5668" providerId="ADAL" clId="{74FEC287-FECC-49E1-807C-32D8B95CAFC6}" dt="2024-05-30T10:25:48.064" v="67" actId="47"/>
        <pc:sldMkLst>
          <pc:docMk/>
          <pc:sldMk cId="1067302815" sldId="287"/>
        </pc:sldMkLst>
      </pc:sldChg>
      <pc:sldChg chg="del">
        <pc:chgData name="Thüss RM, Remi" userId="0a54d0de-b609-4555-b731-bb7267ce5668" providerId="ADAL" clId="{74FEC287-FECC-49E1-807C-32D8B95CAFC6}" dt="2024-05-30T10:25:35.650" v="51" actId="47"/>
        <pc:sldMkLst>
          <pc:docMk/>
          <pc:sldMk cId="1295592719" sldId="290"/>
        </pc:sldMkLst>
      </pc:sldChg>
      <pc:sldChg chg="del">
        <pc:chgData name="Thüss RM, Remi" userId="0a54d0de-b609-4555-b731-bb7267ce5668" providerId="ADAL" clId="{74FEC287-FECC-49E1-807C-32D8B95CAFC6}" dt="2024-05-30T10:25:36.358" v="52" actId="47"/>
        <pc:sldMkLst>
          <pc:docMk/>
          <pc:sldMk cId="3086551915" sldId="291"/>
        </pc:sldMkLst>
      </pc:sldChg>
      <pc:sldChg chg="del">
        <pc:chgData name="Thüss RM, Remi" userId="0a54d0de-b609-4555-b731-bb7267ce5668" providerId="ADAL" clId="{74FEC287-FECC-49E1-807C-32D8B95CAFC6}" dt="2024-05-30T10:25:37.311" v="53" actId="47"/>
        <pc:sldMkLst>
          <pc:docMk/>
          <pc:sldMk cId="591160802" sldId="292"/>
        </pc:sldMkLst>
      </pc:sldChg>
      <pc:sldChg chg="del">
        <pc:chgData name="Thüss RM, Remi" userId="0a54d0de-b609-4555-b731-bb7267ce5668" providerId="ADAL" clId="{74FEC287-FECC-49E1-807C-32D8B95CAFC6}" dt="2024-05-30T10:25:41.061" v="59" actId="47"/>
        <pc:sldMkLst>
          <pc:docMk/>
          <pc:sldMk cId="2350546168" sldId="293"/>
        </pc:sldMkLst>
      </pc:sldChg>
      <pc:sldChg chg="del">
        <pc:chgData name="Thüss RM, Remi" userId="0a54d0de-b609-4555-b731-bb7267ce5668" providerId="ADAL" clId="{74FEC287-FECC-49E1-807C-32D8B95CAFC6}" dt="2024-05-30T10:25:39.751" v="57" actId="47"/>
        <pc:sldMkLst>
          <pc:docMk/>
          <pc:sldMk cId="1542648712" sldId="294"/>
        </pc:sldMkLst>
      </pc:sldChg>
      <pc:sldChg chg="del">
        <pc:chgData name="Thüss RM, Remi" userId="0a54d0de-b609-4555-b731-bb7267ce5668" providerId="ADAL" clId="{74FEC287-FECC-49E1-807C-32D8B95CAFC6}" dt="2024-05-30T10:25:41.632" v="61" actId="47"/>
        <pc:sldMkLst>
          <pc:docMk/>
          <pc:sldMk cId="3227528331" sldId="295"/>
        </pc:sldMkLst>
      </pc:sldChg>
      <pc:sldChg chg="del">
        <pc:chgData name="Thüss RM, Remi" userId="0a54d0de-b609-4555-b731-bb7267ce5668" providerId="ADAL" clId="{74FEC287-FECC-49E1-807C-32D8B95CAFC6}" dt="2024-05-30T10:25:40.576" v="58" actId="47"/>
        <pc:sldMkLst>
          <pc:docMk/>
          <pc:sldMk cId="2854005771" sldId="296"/>
        </pc:sldMkLst>
      </pc:sldChg>
      <pc:sldChg chg="del">
        <pc:chgData name="Thüss RM, Remi" userId="0a54d0de-b609-4555-b731-bb7267ce5668" providerId="ADAL" clId="{74FEC287-FECC-49E1-807C-32D8B95CAFC6}" dt="2024-05-30T10:25:41.943" v="62" actId="47"/>
        <pc:sldMkLst>
          <pc:docMk/>
          <pc:sldMk cId="2966165930" sldId="297"/>
        </pc:sldMkLst>
      </pc:sldChg>
      <pc:sldChg chg="del">
        <pc:chgData name="Thüss RM, Remi" userId="0a54d0de-b609-4555-b731-bb7267ce5668" providerId="ADAL" clId="{74FEC287-FECC-49E1-807C-32D8B95CAFC6}" dt="2024-05-30T10:25:41.361" v="60" actId="47"/>
        <pc:sldMkLst>
          <pc:docMk/>
          <pc:sldMk cId="4291690234" sldId="298"/>
        </pc:sldMkLst>
      </pc:sldChg>
      <pc:sldChg chg="del">
        <pc:chgData name="Thüss RM, Remi" userId="0a54d0de-b609-4555-b731-bb7267ce5668" providerId="ADAL" clId="{74FEC287-FECC-49E1-807C-32D8B95CAFC6}" dt="2024-05-30T10:25:44.824" v="65" actId="47"/>
        <pc:sldMkLst>
          <pc:docMk/>
          <pc:sldMk cId="2984199721" sldId="299"/>
        </pc:sldMkLst>
      </pc:sldChg>
      <pc:sldChg chg="del">
        <pc:chgData name="Thüss RM, Remi" userId="0a54d0de-b609-4555-b731-bb7267ce5668" providerId="ADAL" clId="{74FEC287-FECC-49E1-807C-32D8B95CAFC6}" dt="2024-05-30T10:25:43.087" v="63" actId="47"/>
        <pc:sldMkLst>
          <pc:docMk/>
          <pc:sldMk cId="3981955898" sldId="311"/>
        </pc:sldMkLst>
      </pc:sldChg>
      <pc:sldChg chg="del">
        <pc:chgData name="Thüss RM, Remi" userId="0a54d0de-b609-4555-b731-bb7267ce5668" providerId="ADAL" clId="{74FEC287-FECC-49E1-807C-32D8B95CAFC6}" dt="2024-05-30T10:25:43.683" v="64" actId="47"/>
        <pc:sldMkLst>
          <pc:docMk/>
          <pc:sldMk cId="3399721217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19DA4D-710C-8F4D-9125-F87DA00880AD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F732A-2549-D84D-9419-1C469A76EE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203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04B00AC9-17C0-1A4D-9F40-0D8E027212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1DDADD3F-4156-E845-9B06-9FA1F374F8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1000">
                <a:schemeClr val="tx1">
                  <a:lumMod val="99788"/>
                  <a:alpha val="49557"/>
                </a:schemeClr>
              </a:gs>
              <a:gs pos="100000">
                <a:schemeClr val="bg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E64B3F5-17D1-3142-A921-20653F684C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327" y="2498769"/>
            <a:ext cx="6369345" cy="1860462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30DA3285-7C59-E84F-B1EF-0E39A67CC885}"/>
              </a:ext>
            </a:extLst>
          </p:cNvPr>
          <p:cNvSpPr txBox="1"/>
          <p:nvPr userDrawn="1"/>
        </p:nvSpPr>
        <p:spPr>
          <a:xfrm>
            <a:off x="0" y="-348812"/>
            <a:ext cx="22449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 err="1"/>
              <a:t>Kies</a:t>
            </a:r>
            <a:r>
              <a:rPr lang="en-GB" sz="1200" dirty="0"/>
              <a:t> </a:t>
            </a:r>
            <a:r>
              <a:rPr lang="en-GB" sz="1200" dirty="0" err="1"/>
              <a:t>één</a:t>
            </a:r>
            <a:r>
              <a:rPr lang="en-GB" sz="1200" dirty="0"/>
              <a:t> van de twee </a:t>
            </a:r>
            <a:r>
              <a:rPr lang="en-GB" sz="1200" dirty="0" err="1"/>
              <a:t>titeldia’s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88631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- 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21E5F217-52BD-8744-A0BC-01D7C3A45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1DDADD3F-4156-E845-9B06-9FA1F374F8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1000">
                <a:schemeClr val="tx1">
                  <a:lumMod val="99788"/>
                  <a:alpha val="49557"/>
                </a:schemeClr>
              </a:gs>
              <a:gs pos="100000">
                <a:schemeClr val="bg1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E64B3F5-17D1-3142-A921-20653F684C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327" y="2498769"/>
            <a:ext cx="6369345" cy="1860462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BA3B5960-C108-114E-8676-B2EAB291AEE9}"/>
              </a:ext>
            </a:extLst>
          </p:cNvPr>
          <p:cNvSpPr txBox="1"/>
          <p:nvPr userDrawn="1"/>
        </p:nvSpPr>
        <p:spPr>
          <a:xfrm>
            <a:off x="0" y="-348812"/>
            <a:ext cx="224497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200" dirty="0" err="1"/>
              <a:t>Kies</a:t>
            </a:r>
            <a:r>
              <a:rPr lang="en-GB" sz="1200" dirty="0"/>
              <a:t> </a:t>
            </a:r>
            <a:r>
              <a:rPr lang="en-GB" sz="1200" dirty="0" err="1"/>
              <a:t>één</a:t>
            </a:r>
            <a:r>
              <a:rPr lang="en-GB" sz="1200" dirty="0"/>
              <a:t> van de twee </a:t>
            </a:r>
            <a:r>
              <a:rPr lang="en-GB" sz="1200" dirty="0" err="1"/>
              <a:t>titeldia’s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934924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0A7AD1FC-67DF-EF45-9EC2-5132CFBED4FC}"/>
              </a:ext>
            </a:extLst>
          </p:cNvPr>
          <p:cNvSpPr/>
          <p:nvPr userDrawn="1"/>
        </p:nvSpPr>
        <p:spPr>
          <a:xfrm>
            <a:off x="-3937518" y="0"/>
            <a:ext cx="3601616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GB" b="1" dirty="0" err="1">
                <a:solidFill>
                  <a:schemeClr val="tx2"/>
                </a:solidFill>
              </a:rPr>
              <a:t>Zelf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een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foto</a:t>
            </a:r>
            <a:r>
              <a:rPr lang="en-GB" b="1" dirty="0">
                <a:solidFill>
                  <a:schemeClr val="tx2"/>
                </a:solidFill>
              </a:rPr>
              <a:t> op de </a:t>
            </a:r>
            <a:r>
              <a:rPr lang="en-GB" b="1" dirty="0" err="1">
                <a:solidFill>
                  <a:schemeClr val="tx2"/>
                </a:solidFill>
              </a:rPr>
              <a:t>titelpagina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plaatsen</a:t>
            </a:r>
            <a:endParaRPr lang="en-GB" b="1" dirty="0">
              <a:solidFill>
                <a:schemeClr val="tx2"/>
              </a:solidFill>
            </a:endParaRPr>
          </a:p>
          <a:p>
            <a:pPr algn="l"/>
            <a:endParaRPr lang="en-GB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Klik</a:t>
            </a:r>
            <a:r>
              <a:rPr lang="en-GB" dirty="0">
                <a:solidFill>
                  <a:schemeClr val="tx1"/>
                </a:solidFill>
              </a:rPr>
              <a:t> op het icon in het midden van het </a:t>
            </a:r>
            <a:r>
              <a:rPr lang="en-GB" dirty="0" err="1">
                <a:solidFill>
                  <a:schemeClr val="tx1"/>
                </a:solidFill>
              </a:rPr>
              <a:t>grijze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kader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Selecteer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kwalitatief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goede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r>
              <a:rPr lang="en-GB" dirty="0">
                <a:solidFill>
                  <a:schemeClr val="tx1"/>
                </a:solidFill>
              </a:rPr>
              <a:t> in .jpg of .</a:t>
            </a:r>
            <a:r>
              <a:rPr lang="en-GB" dirty="0" err="1">
                <a:solidFill>
                  <a:schemeClr val="tx1"/>
                </a:solidFill>
              </a:rPr>
              <a:t>png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klik</a:t>
            </a:r>
            <a:r>
              <a:rPr lang="en-GB" dirty="0">
                <a:solidFill>
                  <a:schemeClr val="tx1"/>
                </a:solidFill>
              </a:rPr>
              <a:t> ‘OK’. Je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wordt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geplaatst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Kopieer</a:t>
            </a:r>
            <a:r>
              <a:rPr lang="en-GB" dirty="0">
                <a:solidFill>
                  <a:schemeClr val="tx1"/>
                </a:solidFill>
              </a:rPr>
              <a:t> het Hanze </a:t>
            </a:r>
            <a:r>
              <a:rPr lang="en-GB" dirty="0" err="1">
                <a:solidFill>
                  <a:schemeClr val="tx1"/>
                </a:solidFill>
              </a:rPr>
              <a:t>Hogeschool</a:t>
            </a:r>
            <a:r>
              <a:rPr lang="en-GB" dirty="0">
                <a:solidFill>
                  <a:schemeClr val="tx1"/>
                </a:solidFill>
              </a:rPr>
              <a:t> logo + </a:t>
            </a:r>
            <a:r>
              <a:rPr lang="en-GB" dirty="0" err="1">
                <a:solidFill>
                  <a:schemeClr val="tx1"/>
                </a:solidFill>
              </a:rPr>
              <a:t>verloop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kader</a:t>
            </a:r>
            <a:r>
              <a:rPr lang="en-GB" dirty="0">
                <a:solidFill>
                  <a:schemeClr val="tx1"/>
                </a:solidFill>
              </a:rPr>
              <a:t> op de </a:t>
            </a:r>
            <a:r>
              <a:rPr lang="en-GB" dirty="0" err="1">
                <a:solidFill>
                  <a:schemeClr val="tx1"/>
                </a:solidFill>
              </a:rPr>
              <a:t>verborgen</a:t>
            </a:r>
            <a:r>
              <a:rPr lang="en-GB" dirty="0">
                <a:solidFill>
                  <a:schemeClr val="tx1"/>
                </a:solidFill>
              </a:rPr>
              <a:t> slide 3.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Plak</a:t>
            </a:r>
            <a:r>
              <a:rPr lang="en-GB" dirty="0">
                <a:solidFill>
                  <a:schemeClr val="tx1"/>
                </a:solidFill>
              </a:rPr>
              <a:t> het </a:t>
            </a:r>
            <a:r>
              <a:rPr lang="en-GB" dirty="0" err="1">
                <a:solidFill>
                  <a:schemeClr val="tx1"/>
                </a:solidFill>
              </a:rPr>
              <a:t>gehele</a:t>
            </a:r>
            <a:r>
              <a:rPr lang="en-GB" dirty="0">
                <a:solidFill>
                  <a:schemeClr val="tx1"/>
                </a:solidFill>
              </a:rPr>
              <a:t> object (logo + </a:t>
            </a:r>
            <a:r>
              <a:rPr lang="en-GB" dirty="0" err="1">
                <a:solidFill>
                  <a:schemeClr val="tx1"/>
                </a:solidFill>
              </a:rPr>
              <a:t>kader</a:t>
            </a:r>
            <a:r>
              <a:rPr lang="en-GB" dirty="0">
                <a:solidFill>
                  <a:schemeClr val="tx1"/>
                </a:solidFill>
              </a:rPr>
              <a:t>) op de </a:t>
            </a:r>
            <a:r>
              <a:rPr lang="en-GB" dirty="0" err="1">
                <a:solidFill>
                  <a:schemeClr val="tx1"/>
                </a:solidFill>
              </a:rPr>
              <a:t>geplaatste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0B3E0749-B0C2-0A44-9EFF-0A4EA1083F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000" b="1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80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ulpmiddel - ver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11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eld met 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rije vorm 9">
            <a:extLst>
              <a:ext uri="{FF2B5EF4-FFF2-40B4-BE49-F238E27FC236}">
                <a16:creationId xmlns:a16="http://schemas.microsoft.com/office/drawing/2014/main" id="{614C6E5C-C576-5F4A-91C1-73FCD063D239}"/>
              </a:ext>
            </a:extLst>
          </p:cNvPr>
          <p:cNvSpPr/>
          <p:nvPr userDrawn="1"/>
        </p:nvSpPr>
        <p:spPr>
          <a:xfrm>
            <a:off x="748364" y="736464"/>
            <a:ext cx="875663" cy="5338345"/>
          </a:xfrm>
          <a:custGeom>
            <a:avLst/>
            <a:gdLst>
              <a:gd name="connsiteX0" fmla="*/ 0 w 875663"/>
              <a:gd name="connsiteY0" fmla="*/ 0 h 5338345"/>
              <a:gd name="connsiteX1" fmla="*/ 875663 w 875663"/>
              <a:gd name="connsiteY1" fmla="*/ 0 h 5338345"/>
              <a:gd name="connsiteX2" fmla="*/ 875663 w 875663"/>
              <a:gd name="connsiteY2" fmla="*/ 150312 h 5338345"/>
              <a:gd name="connsiteX3" fmla="*/ 146986 w 875663"/>
              <a:gd name="connsiteY3" fmla="*/ 150312 h 5338345"/>
              <a:gd name="connsiteX4" fmla="*/ 146986 w 875663"/>
              <a:gd name="connsiteY4" fmla="*/ 5188033 h 5338345"/>
              <a:gd name="connsiteX5" fmla="*/ 875663 w 875663"/>
              <a:gd name="connsiteY5" fmla="*/ 5188033 h 5338345"/>
              <a:gd name="connsiteX6" fmla="*/ 875663 w 875663"/>
              <a:gd name="connsiteY6" fmla="*/ 5338345 h 5338345"/>
              <a:gd name="connsiteX7" fmla="*/ 0 w 875663"/>
              <a:gd name="connsiteY7" fmla="*/ 5338345 h 5338345"/>
              <a:gd name="connsiteX8" fmla="*/ 0 w 875663"/>
              <a:gd name="connsiteY8" fmla="*/ 5188033 h 5338345"/>
              <a:gd name="connsiteX9" fmla="*/ 1 w 875663"/>
              <a:gd name="connsiteY9" fmla="*/ 5188033 h 5338345"/>
              <a:gd name="connsiteX10" fmla="*/ 1 w 875663"/>
              <a:gd name="connsiteY10" fmla="*/ 150312 h 5338345"/>
              <a:gd name="connsiteX11" fmla="*/ 0 w 875663"/>
              <a:gd name="connsiteY11" fmla="*/ 150312 h 533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663" h="5338345">
                <a:moveTo>
                  <a:pt x="0" y="0"/>
                </a:moveTo>
                <a:lnTo>
                  <a:pt x="875663" y="0"/>
                </a:lnTo>
                <a:lnTo>
                  <a:pt x="875663" y="150312"/>
                </a:lnTo>
                <a:lnTo>
                  <a:pt x="146986" y="150312"/>
                </a:lnTo>
                <a:lnTo>
                  <a:pt x="146986" y="5188033"/>
                </a:lnTo>
                <a:lnTo>
                  <a:pt x="875663" y="5188033"/>
                </a:lnTo>
                <a:lnTo>
                  <a:pt x="875663" y="5338345"/>
                </a:lnTo>
                <a:lnTo>
                  <a:pt x="0" y="5338345"/>
                </a:lnTo>
                <a:lnTo>
                  <a:pt x="0" y="5188033"/>
                </a:lnTo>
                <a:lnTo>
                  <a:pt x="1" y="5188033"/>
                </a:lnTo>
                <a:lnTo>
                  <a:pt x="1" y="150312"/>
                </a:lnTo>
                <a:lnTo>
                  <a:pt x="0" y="150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9BD8E24-AB27-2147-B8B0-2682942C851D}"/>
              </a:ext>
            </a:extLst>
          </p:cNvPr>
          <p:cNvSpPr/>
          <p:nvPr userDrawn="1"/>
        </p:nvSpPr>
        <p:spPr>
          <a:xfrm flipH="1">
            <a:off x="4715037" y="736464"/>
            <a:ext cx="875663" cy="5338345"/>
          </a:xfrm>
          <a:custGeom>
            <a:avLst/>
            <a:gdLst>
              <a:gd name="connsiteX0" fmla="*/ 0 w 875663"/>
              <a:gd name="connsiteY0" fmla="*/ 0 h 5338345"/>
              <a:gd name="connsiteX1" fmla="*/ 875663 w 875663"/>
              <a:gd name="connsiteY1" fmla="*/ 0 h 5338345"/>
              <a:gd name="connsiteX2" fmla="*/ 875663 w 875663"/>
              <a:gd name="connsiteY2" fmla="*/ 150312 h 5338345"/>
              <a:gd name="connsiteX3" fmla="*/ 146986 w 875663"/>
              <a:gd name="connsiteY3" fmla="*/ 150312 h 5338345"/>
              <a:gd name="connsiteX4" fmla="*/ 146986 w 875663"/>
              <a:gd name="connsiteY4" fmla="*/ 5188033 h 5338345"/>
              <a:gd name="connsiteX5" fmla="*/ 875663 w 875663"/>
              <a:gd name="connsiteY5" fmla="*/ 5188033 h 5338345"/>
              <a:gd name="connsiteX6" fmla="*/ 875663 w 875663"/>
              <a:gd name="connsiteY6" fmla="*/ 5338345 h 5338345"/>
              <a:gd name="connsiteX7" fmla="*/ 0 w 875663"/>
              <a:gd name="connsiteY7" fmla="*/ 5338345 h 5338345"/>
              <a:gd name="connsiteX8" fmla="*/ 0 w 875663"/>
              <a:gd name="connsiteY8" fmla="*/ 5188033 h 5338345"/>
              <a:gd name="connsiteX9" fmla="*/ 1 w 875663"/>
              <a:gd name="connsiteY9" fmla="*/ 5188033 h 5338345"/>
              <a:gd name="connsiteX10" fmla="*/ 1 w 875663"/>
              <a:gd name="connsiteY10" fmla="*/ 150312 h 5338345"/>
              <a:gd name="connsiteX11" fmla="*/ 0 w 875663"/>
              <a:gd name="connsiteY11" fmla="*/ 150312 h 533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663" h="5338345">
                <a:moveTo>
                  <a:pt x="0" y="0"/>
                </a:moveTo>
                <a:lnTo>
                  <a:pt x="875663" y="0"/>
                </a:lnTo>
                <a:lnTo>
                  <a:pt x="875663" y="150312"/>
                </a:lnTo>
                <a:lnTo>
                  <a:pt x="146986" y="150312"/>
                </a:lnTo>
                <a:lnTo>
                  <a:pt x="146986" y="5188033"/>
                </a:lnTo>
                <a:lnTo>
                  <a:pt x="875663" y="5188033"/>
                </a:lnTo>
                <a:lnTo>
                  <a:pt x="875663" y="5338345"/>
                </a:lnTo>
                <a:lnTo>
                  <a:pt x="0" y="5338345"/>
                </a:lnTo>
                <a:lnTo>
                  <a:pt x="0" y="5188033"/>
                </a:lnTo>
                <a:lnTo>
                  <a:pt x="1" y="5188033"/>
                </a:lnTo>
                <a:lnTo>
                  <a:pt x="1" y="150312"/>
                </a:lnTo>
                <a:lnTo>
                  <a:pt x="0" y="150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24" name="Titel 23">
            <a:extLst>
              <a:ext uri="{FF2B5EF4-FFF2-40B4-BE49-F238E27FC236}">
                <a16:creationId xmlns:a16="http://schemas.microsoft.com/office/drawing/2014/main" id="{F9B7F56C-C106-8644-969F-8EC84DDCE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000" y="1153410"/>
            <a:ext cx="3960000" cy="3430313"/>
          </a:xfrm>
          <a:prstGeom prst="rect">
            <a:avLst/>
          </a:prstGeom>
        </p:spPr>
        <p:txBody>
          <a:bodyPr/>
          <a:lstStyle>
            <a:lvl1pPr>
              <a:defRPr sz="3800"/>
            </a:lvl1pPr>
          </a:lstStyle>
          <a:p>
            <a:r>
              <a:rPr lang="nl-NL" dirty="0"/>
              <a:t>Hier is ruimte voor een titel </a:t>
            </a:r>
            <a:endParaRPr lang="en-GB" dirty="0"/>
          </a:p>
        </p:txBody>
      </p:sp>
      <p:sp>
        <p:nvSpPr>
          <p:cNvPr id="26" name="Tijdelijke aanduiding voor tekst 25">
            <a:extLst>
              <a:ext uri="{FF2B5EF4-FFF2-40B4-BE49-F238E27FC236}">
                <a16:creationId xmlns:a16="http://schemas.microsoft.com/office/drawing/2014/main" id="{6EEE0F4E-9E74-CC40-8F63-CFD417AD8F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8000" y="4773609"/>
            <a:ext cx="3960000" cy="900000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 lvl="0"/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18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 me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3F2E3C58-263D-E148-86B9-36CE383CBC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4" name="Titel 23">
            <a:extLst>
              <a:ext uri="{FF2B5EF4-FFF2-40B4-BE49-F238E27FC236}">
                <a16:creationId xmlns:a16="http://schemas.microsoft.com/office/drawing/2014/main" id="{F9B7F56C-C106-8644-969F-8EC84DDCE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000" y="1153410"/>
            <a:ext cx="3960000" cy="3430313"/>
          </a:xfrm>
          <a:prstGeom prst="rect">
            <a:avLst/>
          </a:prstGeom>
        </p:spPr>
        <p:txBody>
          <a:bodyPr/>
          <a:lstStyle>
            <a:lvl1pPr>
              <a:defRPr sz="3800"/>
            </a:lvl1pPr>
          </a:lstStyle>
          <a:p>
            <a:r>
              <a:rPr lang="nl-NL" dirty="0"/>
              <a:t>Hier is ruimte voor een titel </a:t>
            </a:r>
            <a:endParaRPr lang="en-GB" dirty="0"/>
          </a:p>
        </p:txBody>
      </p:sp>
      <p:sp>
        <p:nvSpPr>
          <p:cNvPr id="26" name="Tijdelijke aanduiding voor tekst 25">
            <a:extLst>
              <a:ext uri="{FF2B5EF4-FFF2-40B4-BE49-F238E27FC236}">
                <a16:creationId xmlns:a16="http://schemas.microsoft.com/office/drawing/2014/main" id="{6EEE0F4E-9E74-CC40-8F63-CFD417AD8F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8000" y="4773609"/>
            <a:ext cx="3960000" cy="900000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 lvl="0"/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3E43BA1A-B091-434C-87C5-971FADDFCDE3}"/>
              </a:ext>
            </a:extLst>
          </p:cNvPr>
          <p:cNvSpPr/>
          <p:nvPr userDrawn="1"/>
        </p:nvSpPr>
        <p:spPr>
          <a:xfrm>
            <a:off x="-3937518" y="0"/>
            <a:ext cx="3601616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GB" b="1" dirty="0" err="1">
                <a:solidFill>
                  <a:schemeClr val="tx2"/>
                </a:solidFill>
              </a:rPr>
              <a:t>Foto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plaatsen</a:t>
            </a:r>
            <a:endParaRPr lang="en-GB" b="1" dirty="0">
              <a:solidFill>
                <a:schemeClr val="tx2"/>
              </a:solidFill>
            </a:endParaRPr>
          </a:p>
          <a:p>
            <a:pPr algn="l"/>
            <a:endParaRPr lang="en-GB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Klik</a:t>
            </a:r>
            <a:r>
              <a:rPr lang="en-GB" dirty="0">
                <a:solidFill>
                  <a:schemeClr val="tx1"/>
                </a:solidFill>
              </a:rPr>
              <a:t> op het icon in het midden van het </a:t>
            </a:r>
            <a:r>
              <a:rPr lang="en-GB" dirty="0" err="1">
                <a:solidFill>
                  <a:schemeClr val="tx1"/>
                </a:solidFill>
              </a:rPr>
              <a:t>grijze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kader</a:t>
            </a:r>
            <a:endParaRPr lang="en-GB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Selecteer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kwalitatief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goede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r>
              <a:rPr lang="en-GB" dirty="0">
                <a:solidFill>
                  <a:schemeClr val="tx1"/>
                </a:solidFill>
              </a:rPr>
              <a:t> in .jpg of .</a:t>
            </a:r>
            <a:r>
              <a:rPr lang="en-GB" dirty="0" err="1">
                <a:solidFill>
                  <a:schemeClr val="tx1"/>
                </a:solidFill>
              </a:rPr>
              <a:t>png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klik</a:t>
            </a:r>
            <a:r>
              <a:rPr lang="en-GB" dirty="0">
                <a:solidFill>
                  <a:schemeClr val="tx1"/>
                </a:solidFill>
              </a:rPr>
              <a:t> ‘OK’. Je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wordt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geplaatst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Font typeface="+mj-lt"/>
              <a:buAutoNum type="arabicPeriod"/>
            </a:pPr>
            <a:endParaRPr lang="en-GB" dirty="0">
              <a:solidFill>
                <a:schemeClr val="tx1"/>
              </a:solidFill>
            </a:endParaRPr>
          </a:p>
          <a:p>
            <a:pPr marL="0" indent="0" algn="l">
              <a:buFont typeface="+mj-lt"/>
              <a:buNone/>
            </a:pPr>
            <a:r>
              <a:rPr lang="en-GB" b="1" dirty="0" err="1">
                <a:solidFill>
                  <a:schemeClr val="tx2"/>
                </a:solidFill>
              </a:rPr>
              <a:t>Lijkt</a:t>
            </a:r>
            <a:r>
              <a:rPr lang="en-GB" b="1" dirty="0">
                <a:solidFill>
                  <a:schemeClr val="tx2"/>
                </a:solidFill>
              </a:rPr>
              <a:t> je </a:t>
            </a:r>
            <a:r>
              <a:rPr lang="en-GB" b="1" dirty="0" err="1">
                <a:solidFill>
                  <a:schemeClr val="tx2"/>
                </a:solidFill>
              </a:rPr>
              <a:t>foto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uit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verhouding</a:t>
            </a:r>
            <a:r>
              <a:rPr lang="en-GB" b="1" dirty="0">
                <a:solidFill>
                  <a:schemeClr val="tx2"/>
                </a:solidFill>
              </a:rPr>
              <a:t>?</a:t>
            </a:r>
          </a:p>
          <a:p>
            <a:pPr marL="0" indent="0" algn="l">
              <a:buFont typeface="+mj-lt"/>
              <a:buNone/>
            </a:pPr>
            <a:endParaRPr lang="en-GB" b="1" dirty="0">
              <a:solidFill>
                <a:schemeClr val="tx2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Dubbelklik</a:t>
            </a:r>
            <a:r>
              <a:rPr lang="en-GB" dirty="0">
                <a:solidFill>
                  <a:schemeClr val="tx1"/>
                </a:solidFill>
              </a:rPr>
              <a:t> op het </a:t>
            </a:r>
            <a:r>
              <a:rPr lang="en-GB" dirty="0" err="1">
                <a:solidFill>
                  <a:schemeClr val="tx1"/>
                </a:solidFill>
              </a:rPr>
              <a:t>beeld</a:t>
            </a:r>
            <a:r>
              <a:rPr lang="en-GB" dirty="0">
                <a:solidFill>
                  <a:schemeClr val="tx1"/>
                </a:solidFill>
              </a:rPr>
              <a:t>. Ga </a:t>
            </a:r>
            <a:r>
              <a:rPr lang="en-GB" dirty="0" err="1">
                <a:solidFill>
                  <a:schemeClr val="tx1"/>
                </a:solidFill>
              </a:rPr>
              <a:t>naar</a:t>
            </a:r>
            <a:r>
              <a:rPr lang="en-GB" dirty="0">
                <a:solidFill>
                  <a:schemeClr val="tx1"/>
                </a:solidFill>
              </a:rPr>
              <a:t> ‘</a:t>
            </a:r>
            <a:r>
              <a:rPr lang="en-GB" dirty="0" err="1">
                <a:solidFill>
                  <a:schemeClr val="tx1"/>
                </a:solidFill>
              </a:rPr>
              <a:t>Afbeeldingsopmaak</a:t>
            </a:r>
            <a:r>
              <a:rPr lang="en-GB" dirty="0">
                <a:solidFill>
                  <a:schemeClr val="tx1"/>
                </a:solidFill>
              </a:rPr>
              <a:t>’. </a:t>
            </a:r>
            <a:r>
              <a:rPr lang="en-GB" dirty="0" err="1">
                <a:solidFill>
                  <a:schemeClr val="tx1"/>
                </a:solidFill>
              </a:rPr>
              <a:t>Klik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vervolgens</a:t>
            </a:r>
            <a:r>
              <a:rPr lang="en-GB" dirty="0">
                <a:solidFill>
                  <a:schemeClr val="tx1"/>
                </a:solidFill>
              </a:rPr>
              <a:t> op het </a:t>
            </a:r>
            <a:r>
              <a:rPr lang="en-GB" dirty="0" err="1">
                <a:solidFill>
                  <a:schemeClr val="tx1"/>
                </a:solidFill>
              </a:rPr>
              <a:t>pijltje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naast</a:t>
            </a:r>
            <a:r>
              <a:rPr lang="en-GB" dirty="0">
                <a:solidFill>
                  <a:schemeClr val="tx1"/>
                </a:solidFill>
              </a:rPr>
              <a:t> het icon ‘</a:t>
            </a:r>
            <a:r>
              <a:rPr lang="en-GB" dirty="0" err="1">
                <a:solidFill>
                  <a:schemeClr val="tx1"/>
                </a:solidFill>
              </a:rPr>
              <a:t>bijsnijden</a:t>
            </a:r>
            <a:r>
              <a:rPr lang="en-GB" dirty="0">
                <a:solidFill>
                  <a:schemeClr val="tx1"/>
                </a:solidFill>
              </a:rPr>
              <a:t>’.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Kies</a:t>
            </a:r>
            <a:r>
              <a:rPr lang="en-GB" dirty="0">
                <a:solidFill>
                  <a:schemeClr val="tx1"/>
                </a:solidFill>
              </a:rPr>
              <a:t> ‘</a:t>
            </a:r>
            <a:r>
              <a:rPr lang="en-GB" dirty="0" err="1">
                <a:solidFill>
                  <a:schemeClr val="tx1"/>
                </a:solidFill>
              </a:rPr>
              <a:t>Aanpassen</a:t>
            </a:r>
            <a:r>
              <a:rPr lang="en-GB" dirty="0">
                <a:solidFill>
                  <a:schemeClr val="tx1"/>
                </a:solidFill>
              </a:rPr>
              <a:t>’.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De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wordt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automatisch</a:t>
            </a:r>
            <a:r>
              <a:rPr lang="en-GB" dirty="0">
                <a:solidFill>
                  <a:schemeClr val="tx1"/>
                </a:solidFill>
              </a:rPr>
              <a:t> in </a:t>
            </a:r>
            <a:r>
              <a:rPr lang="en-GB" dirty="0" err="1">
                <a:solidFill>
                  <a:schemeClr val="tx1"/>
                </a:solidFill>
              </a:rPr>
              <a:t>verhouding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geschaald</a:t>
            </a:r>
            <a:r>
              <a:rPr lang="en-GB" dirty="0">
                <a:solidFill>
                  <a:schemeClr val="tx1"/>
                </a:solidFill>
              </a:rPr>
              <a:t>. Is je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r>
              <a:rPr lang="en-GB" dirty="0">
                <a:solidFill>
                  <a:schemeClr val="tx1"/>
                </a:solidFill>
              </a:rPr>
              <a:t> nu </a:t>
            </a:r>
            <a:r>
              <a:rPr lang="en-GB" dirty="0" err="1">
                <a:solidFill>
                  <a:schemeClr val="tx1"/>
                </a:solidFill>
              </a:rPr>
              <a:t>te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klein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voor</a:t>
            </a:r>
            <a:r>
              <a:rPr lang="en-GB" dirty="0">
                <a:solidFill>
                  <a:schemeClr val="tx1"/>
                </a:solidFill>
              </a:rPr>
              <a:t> het </a:t>
            </a:r>
            <a:r>
              <a:rPr lang="en-GB" dirty="0" err="1">
                <a:solidFill>
                  <a:schemeClr val="tx1"/>
                </a:solidFill>
              </a:rPr>
              <a:t>kader</a:t>
            </a:r>
            <a:r>
              <a:rPr lang="en-GB" dirty="0">
                <a:solidFill>
                  <a:schemeClr val="tx1"/>
                </a:solidFill>
              </a:rPr>
              <a:t>? </a:t>
            </a:r>
            <a:r>
              <a:rPr lang="en-GB" dirty="0" err="1">
                <a:solidFill>
                  <a:schemeClr val="tx1"/>
                </a:solidFill>
              </a:rPr>
              <a:t>Selecteer</a:t>
            </a:r>
            <a:r>
              <a:rPr lang="en-GB" dirty="0">
                <a:solidFill>
                  <a:schemeClr val="tx1"/>
                </a:solidFill>
              </a:rPr>
              <a:t> de </a:t>
            </a:r>
            <a:r>
              <a:rPr lang="en-GB" dirty="0" err="1">
                <a:solidFill>
                  <a:schemeClr val="tx1"/>
                </a:solidFill>
              </a:rPr>
              <a:t>rechterbovenhoek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houdt</a:t>
            </a:r>
            <a:r>
              <a:rPr lang="en-GB" dirty="0">
                <a:solidFill>
                  <a:schemeClr val="tx1"/>
                </a:solidFill>
              </a:rPr>
              <a:t> shift </a:t>
            </a:r>
            <a:r>
              <a:rPr lang="en-GB" dirty="0" err="1">
                <a:solidFill>
                  <a:schemeClr val="tx1"/>
                </a:solidFill>
              </a:rPr>
              <a:t>ingedrukt</a:t>
            </a:r>
            <a:r>
              <a:rPr lang="en-GB" dirty="0">
                <a:solidFill>
                  <a:schemeClr val="tx1"/>
                </a:solidFill>
              </a:rPr>
              <a:t>. </a:t>
            </a:r>
            <a:r>
              <a:rPr lang="en-GB" dirty="0" err="1">
                <a:solidFill>
                  <a:schemeClr val="tx1"/>
                </a:solidFill>
              </a:rPr>
              <a:t>Vergroot</a:t>
            </a:r>
            <a:r>
              <a:rPr lang="en-GB" dirty="0">
                <a:solidFill>
                  <a:schemeClr val="tx1"/>
                </a:solidFill>
              </a:rPr>
              <a:t> de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verhoudingsgewijs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2916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ulpmiddel - verlo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F6D4E086-27B2-DA4F-A068-AC0304249781}"/>
              </a:ext>
            </a:extLst>
          </p:cNvPr>
          <p:cNvSpPr/>
          <p:nvPr userDrawn="1"/>
        </p:nvSpPr>
        <p:spPr>
          <a:xfrm>
            <a:off x="-3937518" y="0"/>
            <a:ext cx="3601616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GB" b="1" dirty="0">
                <a:solidFill>
                  <a:schemeClr val="tx2"/>
                </a:solidFill>
              </a:rPr>
              <a:t>Help! De </a:t>
            </a:r>
            <a:r>
              <a:rPr lang="en-GB" b="1" dirty="0" err="1">
                <a:solidFill>
                  <a:schemeClr val="tx2"/>
                </a:solidFill>
              </a:rPr>
              <a:t>witte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tekst</a:t>
            </a:r>
            <a:r>
              <a:rPr lang="en-GB" b="1" dirty="0">
                <a:solidFill>
                  <a:schemeClr val="tx2"/>
                </a:solidFill>
              </a:rPr>
              <a:t> over </a:t>
            </a:r>
            <a:r>
              <a:rPr lang="en-GB" b="1" dirty="0" err="1">
                <a:solidFill>
                  <a:schemeClr val="tx2"/>
                </a:solidFill>
              </a:rPr>
              <a:t>mijn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foto</a:t>
            </a:r>
            <a:r>
              <a:rPr lang="en-GB" b="1" dirty="0">
                <a:solidFill>
                  <a:schemeClr val="tx2"/>
                </a:solidFill>
              </a:rPr>
              <a:t> is </a:t>
            </a:r>
            <a:r>
              <a:rPr lang="en-GB" b="1" dirty="0" err="1">
                <a:solidFill>
                  <a:schemeClr val="tx2"/>
                </a:solidFill>
              </a:rPr>
              <a:t>slecht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leesbaar</a:t>
            </a:r>
            <a:r>
              <a:rPr lang="en-GB" b="1" dirty="0">
                <a:solidFill>
                  <a:schemeClr val="tx2"/>
                </a:solidFill>
              </a:rPr>
              <a:t>.</a:t>
            </a:r>
          </a:p>
          <a:p>
            <a:pPr algn="l"/>
            <a:endParaRPr lang="en-GB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Selecteer</a:t>
            </a:r>
            <a:r>
              <a:rPr lang="en-GB" dirty="0">
                <a:solidFill>
                  <a:schemeClr val="tx1"/>
                </a:solidFill>
              </a:rPr>
              <a:t> het </a:t>
            </a:r>
            <a:r>
              <a:rPr lang="en-GB" dirty="0" err="1">
                <a:solidFill>
                  <a:schemeClr val="tx1"/>
                </a:solidFill>
              </a:rPr>
              <a:t>verloopkader</a:t>
            </a:r>
            <a:r>
              <a:rPr lang="en-GB" dirty="0">
                <a:solidFill>
                  <a:schemeClr val="tx1"/>
                </a:solidFill>
              </a:rPr>
              <a:t> op </a:t>
            </a:r>
            <a:r>
              <a:rPr lang="en-GB" dirty="0" err="1">
                <a:solidFill>
                  <a:schemeClr val="tx1"/>
                </a:solidFill>
              </a:rPr>
              <a:t>deze</a:t>
            </a:r>
            <a:r>
              <a:rPr lang="en-GB" dirty="0">
                <a:solidFill>
                  <a:schemeClr val="tx1"/>
                </a:solidFill>
              </a:rPr>
              <a:t> slide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Plak</a:t>
            </a:r>
            <a:r>
              <a:rPr lang="en-GB" dirty="0">
                <a:solidFill>
                  <a:schemeClr val="tx1"/>
                </a:solidFill>
              </a:rPr>
              <a:t> het op de slide met de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endParaRPr lang="en-GB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Selecteer</a:t>
            </a:r>
            <a:r>
              <a:rPr lang="en-GB" dirty="0">
                <a:solidFill>
                  <a:schemeClr val="tx1"/>
                </a:solidFill>
              </a:rPr>
              <a:t> het </a:t>
            </a:r>
            <a:r>
              <a:rPr lang="en-GB" dirty="0" err="1">
                <a:solidFill>
                  <a:schemeClr val="tx1"/>
                </a:solidFill>
              </a:rPr>
              <a:t>verloopkader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klik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rechtermuisknop</a:t>
            </a:r>
            <a:endParaRPr lang="en-GB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Kies</a:t>
            </a:r>
            <a:r>
              <a:rPr lang="en-GB" dirty="0">
                <a:solidFill>
                  <a:schemeClr val="tx1"/>
                </a:solidFill>
              </a:rPr>
              <a:t>: ‘</a:t>
            </a:r>
            <a:r>
              <a:rPr lang="en-GB" dirty="0" err="1">
                <a:solidFill>
                  <a:schemeClr val="tx1"/>
                </a:solidFill>
              </a:rPr>
              <a:t>Naar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Achtergrond</a:t>
            </a:r>
            <a:r>
              <a:rPr lang="en-GB" dirty="0">
                <a:solidFill>
                  <a:schemeClr val="tx1"/>
                </a:solidFill>
              </a:rPr>
              <a:t>’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Seleceer</a:t>
            </a:r>
            <a:r>
              <a:rPr lang="en-GB" dirty="0">
                <a:solidFill>
                  <a:schemeClr val="tx1"/>
                </a:solidFill>
              </a:rPr>
              <a:t> de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klik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rechtermuisknop</a:t>
            </a:r>
            <a:endParaRPr lang="en-GB" dirty="0">
              <a:solidFill>
                <a:schemeClr val="tx1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dirty="0" err="1">
                <a:solidFill>
                  <a:schemeClr val="tx1"/>
                </a:solidFill>
              </a:rPr>
              <a:t>Kies</a:t>
            </a:r>
            <a:r>
              <a:rPr lang="en-GB" dirty="0">
                <a:solidFill>
                  <a:schemeClr val="tx1"/>
                </a:solidFill>
              </a:rPr>
              <a:t>: ‘</a:t>
            </a:r>
            <a:r>
              <a:rPr lang="en-GB" dirty="0" err="1">
                <a:solidFill>
                  <a:schemeClr val="tx1"/>
                </a:solidFill>
              </a:rPr>
              <a:t>Naar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Achtergrond</a:t>
            </a:r>
            <a:r>
              <a:rPr lang="en-GB" dirty="0">
                <a:solidFill>
                  <a:schemeClr val="tx1"/>
                </a:solidFill>
              </a:rPr>
              <a:t>’</a:t>
            </a:r>
          </a:p>
          <a:p>
            <a:pPr marL="342900" indent="-342900" algn="l">
              <a:buFont typeface="+mj-lt"/>
              <a:buAutoNum type="arabicPeriod"/>
            </a:pP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363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volg met beeld en tekst - Ora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29558FA1-0FBD-2748-B068-A13ECFFC62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12125" y="0"/>
            <a:ext cx="4079875" cy="6858000"/>
          </a:xfrm>
          <a:prstGeom prst="rect">
            <a:avLst/>
          </a:prstGeom>
          <a:blipFill>
            <a:blip r:embed="rId2"/>
            <a:srcRect/>
            <a:stretch>
              <a:fillRect t="-39" b="-39"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2" name="Vrije vorm 11">
            <a:extLst>
              <a:ext uri="{FF2B5EF4-FFF2-40B4-BE49-F238E27FC236}">
                <a16:creationId xmlns:a16="http://schemas.microsoft.com/office/drawing/2014/main" id="{7CFF6778-17AE-DA49-98CC-ADAE78492935}"/>
              </a:ext>
            </a:extLst>
          </p:cNvPr>
          <p:cNvSpPr/>
          <p:nvPr userDrawn="1"/>
        </p:nvSpPr>
        <p:spPr>
          <a:xfrm>
            <a:off x="1060704" y="736464"/>
            <a:ext cx="875663" cy="5338345"/>
          </a:xfrm>
          <a:custGeom>
            <a:avLst/>
            <a:gdLst>
              <a:gd name="connsiteX0" fmla="*/ 0 w 875663"/>
              <a:gd name="connsiteY0" fmla="*/ 0 h 5338345"/>
              <a:gd name="connsiteX1" fmla="*/ 875663 w 875663"/>
              <a:gd name="connsiteY1" fmla="*/ 0 h 5338345"/>
              <a:gd name="connsiteX2" fmla="*/ 875663 w 875663"/>
              <a:gd name="connsiteY2" fmla="*/ 150312 h 5338345"/>
              <a:gd name="connsiteX3" fmla="*/ 146986 w 875663"/>
              <a:gd name="connsiteY3" fmla="*/ 150312 h 5338345"/>
              <a:gd name="connsiteX4" fmla="*/ 146986 w 875663"/>
              <a:gd name="connsiteY4" fmla="*/ 5188033 h 5338345"/>
              <a:gd name="connsiteX5" fmla="*/ 875663 w 875663"/>
              <a:gd name="connsiteY5" fmla="*/ 5188033 h 5338345"/>
              <a:gd name="connsiteX6" fmla="*/ 875663 w 875663"/>
              <a:gd name="connsiteY6" fmla="*/ 5338345 h 5338345"/>
              <a:gd name="connsiteX7" fmla="*/ 0 w 875663"/>
              <a:gd name="connsiteY7" fmla="*/ 5338345 h 5338345"/>
              <a:gd name="connsiteX8" fmla="*/ 0 w 875663"/>
              <a:gd name="connsiteY8" fmla="*/ 5188033 h 5338345"/>
              <a:gd name="connsiteX9" fmla="*/ 1 w 875663"/>
              <a:gd name="connsiteY9" fmla="*/ 5188033 h 5338345"/>
              <a:gd name="connsiteX10" fmla="*/ 1 w 875663"/>
              <a:gd name="connsiteY10" fmla="*/ 150312 h 5338345"/>
              <a:gd name="connsiteX11" fmla="*/ 0 w 875663"/>
              <a:gd name="connsiteY11" fmla="*/ 150312 h 533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663" h="5338345">
                <a:moveTo>
                  <a:pt x="0" y="0"/>
                </a:moveTo>
                <a:lnTo>
                  <a:pt x="875663" y="0"/>
                </a:lnTo>
                <a:lnTo>
                  <a:pt x="875663" y="150312"/>
                </a:lnTo>
                <a:lnTo>
                  <a:pt x="146986" y="150312"/>
                </a:lnTo>
                <a:lnTo>
                  <a:pt x="146986" y="5188033"/>
                </a:lnTo>
                <a:lnTo>
                  <a:pt x="875663" y="5188033"/>
                </a:lnTo>
                <a:lnTo>
                  <a:pt x="875663" y="5338345"/>
                </a:lnTo>
                <a:lnTo>
                  <a:pt x="0" y="5338345"/>
                </a:lnTo>
                <a:lnTo>
                  <a:pt x="0" y="5188033"/>
                </a:lnTo>
                <a:lnTo>
                  <a:pt x="1" y="5188033"/>
                </a:lnTo>
                <a:lnTo>
                  <a:pt x="1" y="150312"/>
                </a:lnTo>
                <a:lnTo>
                  <a:pt x="0" y="150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3" name="Vrije vorm 12">
            <a:extLst>
              <a:ext uri="{FF2B5EF4-FFF2-40B4-BE49-F238E27FC236}">
                <a16:creationId xmlns:a16="http://schemas.microsoft.com/office/drawing/2014/main" id="{21171CEC-C4FA-E94B-80C0-8E96BAC9C092}"/>
              </a:ext>
            </a:extLst>
          </p:cNvPr>
          <p:cNvSpPr/>
          <p:nvPr userDrawn="1"/>
        </p:nvSpPr>
        <p:spPr>
          <a:xfrm flipH="1">
            <a:off x="5027377" y="736464"/>
            <a:ext cx="875663" cy="5338345"/>
          </a:xfrm>
          <a:custGeom>
            <a:avLst/>
            <a:gdLst>
              <a:gd name="connsiteX0" fmla="*/ 0 w 875663"/>
              <a:gd name="connsiteY0" fmla="*/ 0 h 5338345"/>
              <a:gd name="connsiteX1" fmla="*/ 875663 w 875663"/>
              <a:gd name="connsiteY1" fmla="*/ 0 h 5338345"/>
              <a:gd name="connsiteX2" fmla="*/ 875663 w 875663"/>
              <a:gd name="connsiteY2" fmla="*/ 150312 h 5338345"/>
              <a:gd name="connsiteX3" fmla="*/ 146986 w 875663"/>
              <a:gd name="connsiteY3" fmla="*/ 150312 h 5338345"/>
              <a:gd name="connsiteX4" fmla="*/ 146986 w 875663"/>
              <a:gd name="connsiteY4" fmla="*/ 5188033 h 5338345"/>
              <a:gd name="connsiteX5" fmla="*/ 875663 w 875663"/>
              <a:gd name="connsiteY5" fmla="*/ 5188033 h 5338345"/>
              <a:gd name="connsiteX6" fmla="*/ 875663 w 875663"/>
              <a:gd name="connsiteY6" fmla="*/ 5338345 h 5338345"/>
              <a:gd name="connsiteX7" fmla="*/ 0 w 875663"/>
              <a:gd name="connsiteY7" fmla="*/ 5338345 h 5338345"/>
              <a:gd name="connsiteX8" fmla="*/ 0 w 875663"/>
              <a:gd name="connsiteY8" fmla="*/ 5188033 h 5338345"/>
              <a:gd name="connsiteX9" fmla="*/ 1 w 875663"/>
              <a:gd name="connsiteY9" fmla="*/ 5188033 h 5338345"/>
              <a:gd name="connsiteX10" fmla="*/ 1 w 875663"/>
              <a:gd name="connsiteY10" fmla="*/ 150312 h 5338345"/>
              <a:gd name="connsiteX11" fmla="*/ 0 w 875663"/>
              <a:gd name="connsiteY11" fmla="*/ 150312 h 533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663" h="5338345">
                <a:moveTo>
                  <a:pt x="0" y="0"/>
                </a:moveTo>
                <a:lnTo>
                  <a:pt x="875663" y="0"/>
                </a:lnTo>
                <a:lnTo>
                  <a:pt x="875663" y="150312"/>
                </a:lnTo>
                <a:lnTo>
                  <a:pt x="146986" y="150312"/>
                </a:lnTo>
                <a:lnTo>
                  <a:pt x="146986" y="5188033"/>
                </a:lnTo>
                <a:lnTo>
                  <a:pt x="875663" y="5188033"/>
                </a:lnTo>
                <a:lnTo>
                  <a:pt x="875663" y="5338345"/>
                </a:lnTo>
                <a:lnTo>
                  <a:pt x="0" y="5338345"/>
                </a:lnTo>
                <a:lnTo>
                  <a:pt x="0" y="5188033"/>
                </a:lnTo>
                <a:lnTo>
                  <a:pt x="1" y="5188033"/>
                </a:lnTo>
                <a:lnTo>
                  <a:pt x="1" y="150312"/>
                </a:lnTo>
                <a:lnTo>
                  <a:pt x="0" y="150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4" name="Titel 23">
            <a:extLst>
              <a:ext uri="{FF2B5EF4-FFF2-40B4-BE49-F238E27FC236}">
                <a16:creationId xmlns:a16="http://schemas.microsoft.com/office/drawing/2014/main" id="{7A3862EF-CDC4-5D42-AC93-1CDF5C8B6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0340" y="1153410"/>
            <a:ext cx="3960000" cy="3430313"/>
          </a:xfrm>
          <a:prstGeom prst="rect">
            <a:avLst/>
          </a:prstGeom>
        </p:spPr>
        <p:txBody>
          <a:bodyPr/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Hier is ruimte voor een titel </a:t>
            </a:r>
            <a:endParaRPr lang="en-GB" dirty="0"/>
          </a:p>
        </p:txBody>
      </p:sp>
      <p:sp>
        <p:nvSpPr>
          <p:cNvPr id="15" name="Tijdelijke aanduiding voor tekst 25">
            <a:extLst>
              <a:ext uri="{FF2B5EF4-FFF2-40B4-BE49-F238E27FC236}">
                <a16:creationId xmlns:a16="http://schemas.microsoft.com/office/drawing/2014/main" id="{6422A1FA-E8D2-D242-9E69-382E0B2634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0340" y="4773609"/>
            <a:ext cx="3960000" cy="9000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/>
            </a:lvl1pPr>
          </a:lstStyle>
          <a:p>
            <a:pPr lvl="0"/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ondertitel</a:t>
            </a:r>
            <a:endParaRPr lang="en-GB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C2241A0-543C-D44C-86F2-E453239BF6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704" y="6377762"/>
            <a:ext cx="2868047" cy="16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8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volg met beeld en tekst - Ora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29558FA1-0FBD-2748-B068-A13ECFFC62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12125" y="0"/>
            <a:ext cx="407987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 b="1"/>
            </a:lvl1pPr>
          </a:lstStyle>
          <a:p>
            <a:endParaRPr lang="en-GB" dirty="0"/>
          </a:p>
        </p:txBody>
      </p:sp>
      <p:sp>
        <p:nvSpPr>
          <p:cNvPr id="12" name="Vrije vorm 11">
            <a:extLst>
              <a:ext uri="{FF2B5EF4-FFF2-40B4-BE49-F238E27FC236}">
                <a16:creationId xmlns:a16="http://schemas.microsoft.com/office/drawing/2014/main" id="{7CFF6778-17AE-DA49-98CC-ADAE78492935}"/>
              </a:ext>
            </a:extLst>
          </p:cNvPr>
          <p:cNvSpPr/>
          <p:nvPr userDrawn="1"/>
        </p:nvSpPr>
        <p:spPr>
          <a:xfrm>
            <a:off x="1060704" y="736464"/>
            <a:ext cx="875663" cy="5338345"/>
          </a:xfrm>
          <a:custGeom>
            <a:avLst/>
            <a:gdLst>
              <a:gd name="connsiteX0" fmla="*/ 0 w 875663"/>
              <a:gd name="connsiteY0" fmla="*/ 0 h 5338345"/>
              <a:gd name="connsiteX1" fmla="*/ 875663 w 875663"/>
              <a:gd name="connsiteY1" fmla="*/ 0 h 5338345"/>
              <a:gd name="connsiteX2" fmla="*/ 875663 w 875663"/>
              <a:gd name="connsiteY2" fmla="*/ 150312 h 5338345"/>
              <a:gd name="connsiteX3" fmla="*/ 146986 w 875663"/>
              <a:gd name="connsiteY3" fmla="*/ 150312 h 5338345"/>
              <a:gd name="connsiteX4" fmla="*/ 146986 w 875663"/>
              <a:gd name="connsiteY4" fmla="*/ 5188033 h 5338345"/>
              <a:gd name="connsiteX5" fmla="*/ 875663 w 875663"/>
              <a:gd name="connsiteY5" fmla="*/ 5188033 h 5338345"/>
              <a:gd name="connsiteX6" fmla="*/ 875663 w 875663"/>
              <a:gd name="connsiteY6" fmla="*/ 5338345 h 5338345"/>
              <a:gd name="connsiteX7" fmla="*/ 0 w 875663"/>
              <a:gd name="connsiteY7" fmla="*/ 5338345 h 5338345"/>
              <a:gd name="connsiteX8" fmla="*/ 0 w 875663"/>
              <a:gd name="connsiteY8" fmla="*/ 5188033 h 5338345"/>
              <a:gd name="connsiteX9" fmla="*/ 1 w 875663"/>
              <a:gd name="connsiteY9" fmla="*/ 5188033 h 5338345"/>
              <a:gd name="connsiteX10" fmla="*/ 1 w 875663"/>
              <a:gd name="connsiteY10" fmla="*/ 150312 h 5338345"/>
              <a:gd name="connsiteX11" fmla="*/ 0 w 875663"/>
              <a:gd name="connsiteY11" fmla="*/ 150312 h 533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663" h="5338345">
                <a:moveTo>
                  <a:pt x="0" y="0"/>
                </a:moveTo>
                <a:lnTo>
                  <a:pt x="875663" y="0"/>
                </a:lnTo>
                <a:lnTo>
                  <a:pt x="875663" y="150312"/>
                </a:lnTo>
                <a:lnTo>
                  <a:pt x="146986" y="150312"/>
                </a:lnTo>
                <a:lnTo>
                  <a:pt x="146986" y="5188033"/>
                </a:lnTo>
                <a:lnTo>
                  <a:pt x="875663" y="5188033"/>
                </a:lnTo>
                <a:lnTo>
                  <a:pt x="875663" y="5338345"/>
                </a:lnTo>
                <a:lnTo>
                  <a:pt x="0" y="5338345"/>
                </a:lnTo>
                <a:lnTo>
                  <a:pt x="0" y="5188033"/>
                </a:lnTo>
                <a:lnTo>
                  <a:pt x="1" y="5188033"/>
                </a:lnTo>
                <a:lnTo>
                  <a:pt x="1" y="150312"/>
                </a:lnTo>
                <a:lnTo>
                  <a:pt x="0" y="150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3" name="Vrije vorm 12">
            <a:extLst>
              <a:ext uri="{FF2B5EF4-FFF2-40B4-BE49-F238E27FC236}">
                <a16:creationId xmlns:a16="http://schemas.microsoft.com/office/drawing/2014/main" id="{21171CEC-C4FA-E94B-80C0-8E96BAC9C092}"/>
              </a:ext>
            </a:extLst>
          </p:cNvPr>
          <p:cNvSpPr/>
          <p:nvPr userDrawn="1"/>
        </p:nvSpPr>
        <p:spPr>
          <a:xfrm flipH="1">
            <a:off x="5027377" y="736464"/>
            <a:ext cx="875663" cy="5338345"/>
          </a:xfrm>
          <a:custGeom>
            <a:avLst/>
            <a:gdLst>
              <a:gd name="connsiteX0" fmla="*/ 0 w 875663"/>
              <a:gd name="connsiteY0" fmla="*/ 0 h 5338345"/>
              <a:gd name="connsiteX1" fmla="*/ 875663 w 875663"/>
              <a:gd name="connsiteY1" fmla="*/ 0 h 5338345"/>
              <a:gd name="connsiteX2" fmla="*/ 875663 w 875663"/>
              <a:gd name="connsiteY2" fmla="*/ 150312 h 5338345"/>
              <a:gd name="connsiteX3" fmla="*/ 146986 w 875663"/>
              <a:gd name="connsiteY3" fmla="*/ 150312 h 5338345"/>
              <a:gd name="connsiteX4" fmla="*/ 146986 w 875663"/>
              <a:gd name="connsiteY4" fmla="*/ 5188033 h 5338345"/>
              <a:gd name="connsiteX5" fmla="*/ 875663 w 875663"/>
              <a:gd name="connsiteY5" fmla="*/ 5188033 h 5338345"/>
              <a:gd name="connsiteX6" fmla="*/ 875663 w 875663"/>
              <a:gd name="connsiteY6" fmla="*/ 5338345 h 5338345"/>
              <a:gd name="connsiteX7" fmla="*/ 0 w 875663"/>
              <a:gd name="connsiteY7" fmla="*/ 5338345 h 5338345"/>
              <a:gd name="connsiteX8" fmla="*/ 0 w 875663"/>
              <a:gd name="connsiteY8" fmla="*/ 5188033 h 5338345"/>
              <a:gd name="connsiteX9" fmla="*/ 1 w 875663"/>
              <a:gd name="connsiteY9" fmla="*/ 5188033 h 5338345"/>
              <a:gd name="connsiteX10" fmla="*/ 1 w 875663"/>
              <a:gd name="connsiteY10" fmla="*/ 150312 h 5338345"/>
              <a:gd name="connsiteX11" fmla="*/ 0 w 875663"/>
              <a:gd name="connsiteY11" fmla="*/ 150312 h 533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663" h="5338345">
                <a:moveTo>
                  <a:pt x="0" y="0"/>
                </a:moveTo>
                <a:lnTo>
                  <a:pt x="875663" y="0"/>
                </a:lnTo>
                <a:lnTo>
                  <a:pt x="875663" y="150312"/>
                </a:lnTo>
                <a:lnTo>
                  <a:pt x="146986" y="150312"/>
                </a:lnTo>
                <a:lnTo>
                  <a:pt x="146986" y="5188033"/>
                </a:lnTo>
                <a:lnTo>
                  <a:pt x="875663" y="5188033"/>
                </a:lnTo>
                <a:lnTo>
                  <a:pt x="875663" y="5338345"/>
                </a:lnTo>
                <a:lnTo>
                  <a:pt x="0" y="5338345"/>
                </a:lnTo>
                <a:lnTo>
                  <a:pt x="0" y="5188033"/>
                </a:lnTo>
                <a:lnTo>
                  <a:pt x="1" y="5188033"/>
                </a:lnTo>
                <a:lnTo>
                  <a:pt x="1" y="150312"/>
                </a:lnTo>
                <a:lnTo>
                  <a:pt x="0" y="150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4" name="Titel 23">
            <a:extLst>
              <a:ext uri="{FF2B5EF4-FFF2-40B4-BE49-F238E27FC236}">
                <a16:creationId xmlns:a16="http://schemas.microsoft.com/office/drawing/2014/main" id="{7A3862EF-CDC4-5D42-AC93-1CDF5C8B6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0340" y="1153410"/>
            <a:ext cx="3960000" cy="3430313"/>
          </a:xfrm>
          <a:prstGeom prst="rect">
            <a:avLst/>
          </a:prstGeom>
        </p:spPr>
        <p:txBody>
          <a:bodyPr/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Hier is ruimte voor een titel </a:t>
            </a:r>
            <a:endParaRPr lang="en-GB" dirty="0"/>
          </a:p>
        </p:txBody>
      </p:sp>
      <p:sp>
        <p:nvSpPr>
          <p:cNvPr id="15" name="Tijdelijke aanduiding voor tekst 25">
            <a:extLst>
              <a:ext uri="{FF2B5EF4-FFF2-40B4-BE49-F238E27FC236}">
                <a16:creationId xmlns:a16="http://schemas.microsoft.com/office/drawing/2014/main" id="{6422A1FA-E8D2-D242-9E69-382E0B2634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00340" y="4773609"/>
            <a:ext cx="3960000" cy="9000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/>
            </a:lvl1pPr>
          </a:lstStyle>
          <a:p>
            <a:pPr lvl="0"/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ondertitel</a:t>
            </a:r>
            <a:endParaRPr lang="en-GB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C2241A0-543C-D44C-86F2-E453239BF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704" y="6377762"/>
            <a:ext cx="2868047" cy="16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5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9D484C6-63F5-0E4A-897A-6A786CCF0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8959" y="6375896"/>
            <a:ext cx="2868035" cy="163421"/>
          </a:xfrm>
          <a:prstGeom prst="rect">
            <a:avLst/>
          </a:prstGeom>
        </p:spPr>
      </p:pic>
      <p:sp>
        <p:nvSpPr>
          <p:cNvPr id="12" name="Vrije vorm 11">
            <a:extLst>
              <a:ext uri="{FF2B5EF4-FFF2-40B4-BE49-F238E27FC236}">
                <a16:creationId xmlns:a16="http://schemas.microsoft.com/office/drawing/2014/main" id="{7CFF6778-17AE-DA49-98CC-ADAE78492935}"/>
              </a:ext>
            </a:extLst>
          </p:cNvPr>
          <p:cNvSpPr/>
          <p:nvPr userDrawn="1"/>
        </p:nvSpPr>
        <p:spPr>
          <a:xfrm>
            <a:off x="6288960" y="736464"/>
            <a:ext cx="875663" cy="5338345"/>
          </a:xfrm>
          <a:custGeom>
            <a:avLst/>
            <a:gdLst>
              <a:gd name="connsiteX0" fmla="*/ 0 w 875663"/>
              <a:gd name="connsiteY0" fmla="*/ 0 h 5338345"/>
              <a:gd name="connsiteX1" fmla="*/ 875663 w 875663"/>
              <a:gd name="connsiteY1" fmla="*/ 0 h 5338345"/>
              <a:gd name="connsiteX2" fmla="*/ 875663 w 875663"/>
              <a:gd name="connsiteY2" fmla="*/ 150312 h 5338345"/>
              <a:gd name="connsiteX3" fmla="*/ 146986 w 875663"/>
              <a:gd name="connsiteY3" fmla="*/ 150312 h 5338345"/>
              <a:gd name="connsiteX4" fmla="*/ 146986 w 875663"/>
              <a:gd name="connsiteY4" fmla="*/ 5188033 h 5338345"/>
              <a:gd name="connsiteX5" fmla="*/ 875663 w 875663"/>
              <a:gd name="connsiteY5" fmla="*/ 5188033 h 5338345"/>
              <a:gd name="connsiteX6" fmla="*/ 875663 w 875663"/>
              <a:gd name="connsiteY6" fmla="*/ 5338345 h 5338345"/>
              <a:gd name="connsiteX7" fmla="*/ 0 w 875663"/>
              <a:gd name="connsiteY7" fmla="*/ 5338345 h 5338345"/>
              <a:gd name="connsiteX8" fmla="*/ 0 w 875663"/>
              <a:gd name="connsiteY8" fmla="*/ 5188033 h 5338345"/>
              <a:gd name="connsiteX9" fmla="*/ 1 w 875663"/>
              <a:gd name="connsiteY9" fmla="*/ 5188033 h 5338345"/>
              <a:gd name="connsiteX10" fmla="*/ 1 w 875663"/>
              <a:gd name="connsiteY10" fmla="*/ 150312 h 5338345"/>
              <a:gd name="connsiteX11" fmla="*/ 0 w 875663"/>
              <a:gd name="connsiteY11" fmla="*/ 150312 h 533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663" h="5338345">
                <a:moveTo>
                  <a:pt x="0" y="0"/>
                </a:moveTo>
                <a:lnTo>
                  <a:pt x="875663" y="0"/>
                </a:lnTo>
                <a:lnTo>
                  <a:pt x="875663" y="150312"/>
                </a:lnTo>
                <a:lnTo>
                  <a:pt x="146986" y="150312"/>
                </a:lnTo>
                <a:lnTo>
                  <a:pt x="146986" y="5188033"/>
                </a:lnTo>
                <a:lnTo>
                  <a:pt x="875663" y="5188033"/>
                </a:lnTo>
                <a:lnTo>
                  <a:pt x="875663" y="5338345"/>
                </a:lnTo>
                <a:lnTo>
                  <a:pt x="0" y="5338345"/>
                </a:lnTo>
                <a:lnTo>
                  <a:pt x="0" y="5188033"/>
                </a:lnTo>
                <a:lnTo>
                  <a:pt x="1" y="5188033"/>
                </a:lnTo>
                <a:lnTo>
                  <a:pt x="1" y="150312"/>
                </a:lnTo>
                <a:lnTo>
                  <a:pt x="0" y="150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3" name="Vrije vorm 12">
            <a:extLst>
              <a:ext uri="{FF2B5EF4-FFF2-40B4-BE49-F238E27FC236}">
                <a16:creationId xmlns:a16="http://schemas.microsoft.com/office/drawing/2014/main" id="{21171CEC-C4FA-E94B-80C0-8E96BAC9C092}"/>
              </a:ext>
            </a:extLst>
          </p:cNvPr>
          <p:cNvSpPr/>
          <p:nvPr userDrawn="1"/>
        </p:nvSpPr>
        <p:spPr>
          <a:xfrm flipH="1">
            <a:off x="10255633" y="736464"/>
            <a:ext cx="875663" cy="5338345"/>
          </a:xfrm>
          <a:custGeom>
            <a:avLst/>
            <a:gdLst>
              <a:gd name="connsiteX0" fmla="*/ 0 w 875663"/>
              <a:gd name="connsiteY0" fmla="*/ 0 h 5338345"/>
              <a:gd name="connsiteX1" fmla="*/ 875663 w 875663"/>
              <a:gd name="connsiteY1" fmla="*/ 0 h 5338345"/>
              <a:gd name="connsiteX2" fmla="*/ 875663 w 875663"/>
              <a:gd name="connsiteY2" fmla="*/ 150312 h 5338345"/>
              <a:gd name="connsiteX3" fmla="*/ 146986 w 875663"/>
              <a:gd name="connsiteY3" fmla="*/ 150312 h 5338345"/>
              <a:gd name="connsiteX4" fmla="*/ 146986 w 875663"/>
              <a:gd name="connsiteY4" fmla="*/ 5188033 h 5338345"/>
              <a:gd name="connsiteX5" fmla="*/ 875663 w 875663"/>
              <a:gd name="connsiteY5" fmla="*/ 5188033 h 5338345"/>
              <a:gd name="connsiteX6" fmla="*/ 875663 w 875663"/>
              <a:gd name="connsiteY6" fmla="*/ 5338345 h 5338345"/>
              <a:gd name="connsiteX7" fmla="*/ 0 w 875663"/>
              <a:gd name="connsiteY7" fmla="*/ 5338345 h 5338345"/>
              <a:gd name="connsiteX8" fmla="*/ 0 w 875663"/>
              <a:gd name="connsiteY8" fmla="*/ 5188033 h 5338345"/>
              <a:gd name="connsiteX9" fmla="*/ 1 w 875663"/>
              <a:gd name="connsiteY9" fmla="*/ 5188033 h 5338345"/>
              <a:gd name="connsiteX10" fmla="*/ 1 w 875663"/>
              <a:gd name="connsiteY10" fmla="*/ 150312 h 5338345"/>
              <a:gd name="connsiteX11" fmla="*/ 0 w 875663"/>
              <a:gd name="connsiteY11" fmla="*/ 150312 h 533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663" h="5338345">
                <a:moveTo>
                  <a:pt x="0" y="0"/>
                </a:moveTo>
                <a:lnTo>
                  <a:pt x="875663" y="0"/>
                </a:lnTo>
                <a:lnTo>
                  <a:pt x="875663" y="150312"/>
                </a:lnTo>
                <a:lnTo>
                  <a:pt x="146986" y="150312"/>
                </a:lnTo>
                <a:lnTo>
                  <a:pt x="146986" y="5188033"/>
                </a:lnTo>
                <a:lnTo>
                  <a:pt x="875663" y="5188033"/>
                </a:lnTo>
                <a:lnTo>
                  <a:pt x="875663" y="5338345"/>
                </a:lnTo>
                <a:lnTo>
                  <a:pt x="0" y="5338345"/>
                </a:lnTo>
                <a:lnTo>
                  <a:pt x="0" y="5188033"/>
                </a:lnTo>
                <a:lnTo>
                  <a:pt x="1" y="5188033"/>
                </a:lnTo>
                <a:lnTo>
                  <a:pt x="1" y="150312"/>
                </a:lnTo>
                <a:lnTo>
                  <a:pt x="0" y="150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4" name="Titel 23">
            <a:extLst>
              <a:ext uri="{FF2B5EF4-FFF2-40B4-BE49-F238E27FC236}">
                <a16:creationId xmlns:a16="http://schemas.microsoft.com/office/drawing/2014/main" id="{7A3862EF-CDC4-5D42-AC93-1CDF5C8B6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8596" y="1153410"/>
            <a:ext cx="3960000" cy="3430313"/>
          </a:xfrm>
          <a:prstGeom prst="rect">
            <a:avLst/>
          </a:prstGeom>
        </p:spPr>
        <p:txBody>
          <a:bodyPr/>
          <a:lstStyle>
            <a:lvl1pPr>
              <a:defRPr sz="3800">
                <a:solidFill>
                  <a:schemeClr val="tx2"/>
                </a:solidFill>
              </a:defRPr>
            </a:lvl1pPr>
          </a:lstStyle>
          <a:p>
            <a:r>
              <a:rPr lang="nl-NL" dirty="0"/>
              <a:t>Hier is ruimte voor een titel </a:t>
            </a:r>
            <a:endParaRPr lang="en-GB" dirty="0"/>
          </a:p>
        </p:txBody>
      </p:sp>
      <p:sp>
        <p:nvSpPr>
          <p:cNvPr id="15" name="Tijdelijke aanduiding voor tekst 25">
            <a:extLst>
              <a:ext uri="{FF2B5EF4-FFF2-40B4-BE49-F238E27FC236}">
                <a16:creationId xmlns:a16="http://schemas.microsoft.com/office/drawing/2014/main" id="{6422A1FA-E8D2-D242-9E69-382E0B2634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28596" y="4773609"/>
            <a:ext cx="3960000" cy="9000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8" name="Tijdelijke aanduiding voor afbeelding 8">
            <a:extLst>
              <a:ext uri="{FF2B5EF4-FFF2-40B4-BE49-F238E27FC236}">
                <a16:creationId xmlns:a16="http://schemas.microsoft.com/office/drawing/2014/main" id="{7578B679-CA71-D949-BECB-77C78A5D5C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79875" cy="6858000"/>
          </a:xfrm>
          <a:prstGeom prst="rect">
            <a:avLst/>
          </a:prstGeom>
          <a:blipFill>
            <a:blip r:embed="rId4"/>
            <a:srcRect/>
            <a:stretch>
              <a:fillRect b="-78"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24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9D484C6-63F5-0E4A-897A-6A786CCF0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8959" y="6375896"/>
            <a:ext cx="2868035" cy="163421"/>
          </a:xfrm>
          <a:prstGeom prst="rect">
            <a:avLst/>
          </a:prstGeom>
        </p:spPr>
      </p:pic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29558FA1-0FBD-2748-B068-A13ECFFC62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7987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 b="1"/>
            </a:lvl1pPr>
          </a:lstStyle>
          <a:p>
            <a:endParaRPr lang="en-GB"/>
          </a:p>
        </p:txBody>
      </p:sp>
      <p:sp>
        <p:nvSpPr>
          <p:cNvPr id="12" name="Vrije vorm 11">
            <a:extLst>
              <a:ext uri="{FF2B5EF4-FFF2-40B4-BE49-F238E27FC236}">
                <a16:creationId xmlns:a16="http://schemas.microsoft.com/office/drawing/2014/main" id="{7CFF6778-17AE-DA49-98CC-ADAE78492935}"/>
              </a:ext>
            </a:extLst>
          </p:cNvPr>
          <p:cNvSpPr/>
          <p:nvPr userDrawn="1"/>
        </p:nvSpPr>
        <p:spPr>
          <a:xfrm>
            <a:off x="6288960" y="736464"/>
            <a:ext cx="875663" cy="5338345"/>
          </a:xfrm>
          <a:custGeom>
            <a:avLst/>
            <a:gdLst>
              <a:gd name="connsiteX0" fmla="*/ 0 w 875663"/>
              <a:gd name="connsiteY0" fmla="*/ 0 h 5338345"/>
              <a:gd name="connsiteX1" fmla="*/ 875663 w 875663"/>
              <a:gd name="connsiteY1" fmla="*/ 0 h 5338345"/>
              <a:gd name="connsiteX2" fmla="*/ 875663 w 875663"/>
              <a:gd name="connsiteY2" fmla="*/ 150312 h 5338345"/>
              <a:gd name="connsiteX3" fmla="*/ 146986 w 875663"/>
              <a:gd name="connsiteY3" fmla="*/ 150312 h 5338345"/>
              <a:gd name="connsiteX4" fmla="*/ 146986 w 875663"/>
              <a:gd name="connsiteY4" fmla="*/ 5188033 h 5338345"/>
              <a:gd name="connsiteX5" fmla="*/ 875663 w 875663"/>
              <a:gd name="connsiteY5" fmla="*/ 5188033 h 5338345"/>
              <a:gd name="connsiteX6" fmla="*/ 875663 w 875663"/>
              <a:gd name="connsiteY6" fmla="*/ 5338345 h 5338345"/>
              <a:gd name="connsiteX7" fmla="*/ 0 w 875663"/>
              <a:gd name="connsiteY7" fmla="*/ 5338345 h 5338345"/>
              <a:gd name="connsiteX8" fmla="*/ 0 w 875663"/>
              <a:gd name="connsiteY8" fmla="*/ 5188033 h 5338345"/>
              <a:gd name="connsiteX9" fmla="*/ 1 w 875663"/>
              <a:gd name="connsiteY9" fmla="*/ 5188033 h 5338345"/>
              <a:gd name="connsiteX10" fmla="*/ 1 w 875663"/>
              <a:gd name="connsiteY10" fmla="*/ 150312 h 5338345"/>
              <a:gd name="connsiteX11" fmla="*/ 0 w 875663"/>
              <a:gd name="connsiteY11" fmla="*/ 150312 h 533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663" h="5338345">
                <a:moveTo>
                  <a:pt x="0" y="0"/>
                </a:moveTo>
                <a:lnTo>
                  <a:pt x="875663" y="0"/>
                </a:lnTo>
                <a:lnTo>
                  <a:pt x="875663" y="150312"/>
                </a:lnTo>
                <a:lnTo>
                  <a:pt x="146986" y="150312"/>
                </a:lnTo>
                <a:lnTo>
                  <a:pt x="146986" y="5188033"/>
                </a:lnTo>
                <a:lnTo>
                  <a:pt x="875663" y="5188033"/>
                </a:lnTo>
                <a:lnTo>
                  <a:pt x="875663" y="5338345"/>
                </a:lnTo>
                <a:lnTo>
                  <a:pt x="0" y="5338345"/>
                </a:lnTo>
                <a:lnTo>
                  <a:pt x="0" y="5188033"/>
                </a:lnTo>
                <a:lnTo>
                  <a:pt x="1" y="5188033"/>
                </a:lnTo>
                <a:lnTo>
                  <a:pt x="1" y="150312"/>
                </a:lnTo>
                <a:lnTo>
                  <a:pt x="0" y="150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3" name="Vrije vorm 12">
            <a:extLst>
              <a:ext uri="{FF2B5EF4-FFF2-40B4-BE49-F238E27FC236}">
                <a16:creationId xmlns:a16="http://schemas.microsoft.com/office/drawing/2014/main" id="{21171CEC-C4FA-E94B-80C0-8E96BAC9C092}"/>
              </a:ext>
            </a:extLst>
          </p:cNvPr>
          <p:cNvSpPr/>
          <p:nvPr userDrawn="1"/>
        </p:nvSpPr>
        <p:spPr>
          <a:xfrm flipH="1">
            <a:off x="10255633" y="736464"/>
            <a:ext cx="875663" cy="5338345"/>
          </a:xfrm>
          <a:custGeom>
            <a:avLst/>
            <a:gdLst>
              <a:gd name="connsiteX0" fmla="*/ 0 w 875663"/>
              <a:gd name="connsiteY0" fmla="*/ 0 h 5338345"/>
              <a:gd name="connsiteX1" fmla="*/ 875663 w 875663"/>
              <a:gd name="connsiteY1" fmla="*/ 0 h 5338345"/>
              <a:gd name="connsiteX2" fmla="*/ 875663 w 875663"/>
              <a:gd name="connsiteY2" fmla="*/ 150312 h 5338345"/>
              <a:gd name="connsiteX3" fmla="*/ 146986 w 875663"/>
              <a:gd name="connsiteY3" fmla="*/ 150312 h 5338345"/>
              <a:gd name="connsiteX4" fmla="*/ 146986 w 875663"/>
              <a:gd name="connsiteY4" fmla="*/ 5188033 h 5338345"/>
              <a:gd name="connsiteX5" fmla="*/ 875663 w 875663"/>
              <a:gd name="connsiteY5" fmla="*/ 5188033 h 5338345"/>
              <a:gd name="connsiteX6" fmla="*/ 875663 w 875663"/>
              <a:gd name="connsiteY6" fmla="*/ 5338345 h 5338345"/>
              <a:gd name="connsiteX7" fmla="*/ 0 w 875663"/>
              <a:gd name="connsiteY7" fmla="*/ 5338345 h 5338345"/>
              <a:gd name="connsiteX8" fmla="*/ 0 w 875663"/>
              <a:gd name="connsiteY8" fmla="*/ 5188033 h 5338345"/>
              <a:gd name="connsiteX9" fmla="*/ 1 w 875663"/>
              <a:gd name="connsiteY9" fmla="*/ 5188033 h 5338345"/>
              <a:gd name="connsiteX10" fmla="*/ 1 w 875663"/>
              <a:gd name="connsiteY10" fmla="*/ 150312 h 5338345"/>
              <a:gd name="connsiteX11" fmla="*/ 0 w 875663"/>
              <a:gd name="connsiteY11" fmla="*/ 150312 h 533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663" h="5338345">
                <a:moveTo>
                  <a:pt x="0" y="0"/>
                </a:moveTo>
                <a:lnTo>
                  <a:pt x="875663" y="0"/>
                </a:lnTo>
                <a:lnTo>
                  <a:pt x="875663" y="150312"/>
                </a:lnTo>
                <a:lnTo>
                  <a:pt x="146986" y="150312"/>
                </a:lnTo>
                <a:lnTo>
                  <a:pt x="146986" y="5188033"/>
                </a:lnTo>
                <a:lnTo>
                  <a:pt x="875663" y="5188033"/>
                </a:lnTo>
                <a:lnTo>
                  <a:pt x="875663" y="5338345"/>
                </a:lnTo>
                <a:lnTo>
                  <a:pt x="0" y="5338345"/>
                </a:lnTo>
                <a:lnTo>
                  <a:pt x="0" y="5188033"/>
                </a:lnTo>
                <a:lnTo>
                  <a:pt x="1" y="5188033"/>
                </a:lnTo>
                <a:lnTo>
                  <a:pt x="1" y="150312"/>
                </a:lnTo>
                <a:lnTo>
                  <a:pt x="0" y="1503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4" name="Titel 23">
            <a:extLst>
              <a:ext uri="{FF2B5EF4-FFF2-40B4-BE49-F238E27FC236}">
                <a16:creationId xmlns:a16="http://schemas.microsoft.com/office/drawing/2014/main" id="{7A3862EF-CDC4-5D42-AC93-1CDF5C8B6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8596" y="1153410"/>
            <a:ext cx="3960000" cy="3430313"/>
          </a:xfrm>
          <a:prstGeom prst="rect">
            <a:avLst/>
          </a:prstGeom>
        </p:spPr>
        <p:txBody>
          <a:bodyPr/>
          <a:lstStyle>
            <a:lvl1pPr>
              <a:defRPr sz="3800">
                <a:solidFill>
                  <a:schemeClr val="tx2"/>
                </a:solidFill>
              </a:defRPr>
            </a:lvl1pPr>
          </a:lstStyle>
          <a:p>
            <a:r>
              <a:rPr lang="nl-NL" dirty="0"/>
              <a:t>Hier is ruimte voor een titel </a:t>
            </a:r>
            <a:endParaRPr lang="en-GB" dirty="0"/>
          </a:p>
        </p:txBody>
      </p:sp>
      <p:sp>
        <p:nvSpPr>
          <p:cNvPr id="15" name="Tijdelijke aanduiding voor tekst 25">
            <a:extLst>
              <a:ext uri="{FF2B5EF4-FFF2-40B4-BE49-F238E27FC236}">
                <a16:creationId xmlns:a16="http://schemas.microsoft.com/office/drawing/2014/main" id="{6422A1FA-E8D2-D242-9E69-382E0B2634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28596" y="4773609"/>
            <a:ext cx="3960000" cy="9000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0553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 met streamertek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23">
            <a:extLst>
              <a:ext uri="{FF2B5EF4-FFF2-40B4-BE49-F238E27FC236}">
                <a16:creationId xmlns:a16="http://schemas.microsoft.com/office/drawing/2014/main" id="{EE4F57E5-CAF1-2F4E-BCCD-703840FDA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1557" y="3169595"/>
            <a:ext cx="4206240" cy="2448560"/>
          </a:xfrm>
          <a:prstGeom prst="rect">
            <a:avLst/>
          </a:prstGeom>
        </p:spPr>
        <p:txBody>
          <a:bodyPr anchor="ctr"/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‘Hier is ruimte voor een (vast) Hanze beeld met </a:t>
            </a:r>
            <a:r>
              <a:rPr lang="nl-NL" dirty="0" err="1"/>
              <a:t>streamertekst</a:t>
            </a:r>
            <a:r>
              <a:rPr lang="nl-NL" dirty="0"/>
              <a:t>’</a:t>
            </a:r>
            <a:endParaRPr lang="en-GB" dirty="0"/>
          </a:p>
        </p:txBody>
      </p:sp>
      <p:sp>
        <p:nvSpPr>
          <p:cNvPr id="6" name="Vrije vorm 5">
            <a:extLst>
              <a:ext uri="{FF2B5EF4-FFF2-40B4-BE49-F238E27FC236}">
                <a16:creationId xmlns:a16="http://schemas.microsoft.com/office/drawing/2014/main" id="{38BCD55D-D333-C443-A628-9A5902572E5D}"/>
              </a:ext>
            </a:extLst>
          </p:cNvPr>
          <p:cNvSpPr/>
          <p:nvPr userDrawn="1"/>
        </p:nvSpPr>
        <p:spPr>
          <a:xfrm>
            <a:off x="1106488" y="2858754"/>
            <a:ext cx="867897" cy="3070242"/>
          </a:xfrm>
          <a:custGeom>
            <a:avLst/>
            <a:gdLst>
              <a:gd name="connsiteX0" fmla="*/ 1 w 867897"/>
              <a:gd name="connsiteY0" fmla="*/ 0 h 3070242"/>
              <a:gd name="connsiteX1" fmla="*/ 867897 w 867897"/>
              <a:gd name="connsiteY1" fmla="*/ 0 h 3070242"/>
              <a:gd name="connsiteX2" fmla="*/ 867897 w 867897"/>
              <a:gd name="connsiteY2" fmla="*/ 155750 h 3070242"/>
              <a:gd name="connsiteX3" fmla="*/ 155749 w 867897"/>
              <a:gd name="connsiteY3" fmla="*/ 155750 h 3070242"/>
              <a:gd name="connsiteX4" fmla="*/ 155749 w 867897"/>
              <a:gd name="connsiteY4" fmla="*/ 2914493 h 3070242"/>
              <a:gd name="connsiteX5" fmla="*/ 867896 w 867897"/>
              <a:gd name="connsiteY5" fmla="*/ 2914493 h 3070242"/>
              <a:gd name="connsiteX6" fmla="*/ 867896 w 867897"/>
              <a:gd name="connsiteY6" fmla="*/ 3070242 h 3070242"/>
              <a:gd name="connsiteX7" fmla="*/ 1 w 867897"/>
              <a:gd name="connsiteY7" fmla="*/ 3070242 h 3070242"/>
              <a:gd name="connsiteX8" fmla="*/ 1 w 867897"/>
              <a:gd name="connsiteY8" fmla="*/ 2914493 h 3070242"/>
              <a:gd name="connsiteX9" fmla="*/ 0 w 867897"/>
              <a:gd name="connsiteY9" fmla="*/ 2914493 h 3070242"/>
              <a:gd name="connsiteX10" fmla="*/ 0 w 867897"/>
              <a:gd name="connsiteY10" fmla="*/ 81431 h 3070242"/>
              <a:gd name="connsiteX11" fmla="*/ 1 w 867897"/>
              <a:gd name="connsiteY11" fmla="*/ 81431 h 3070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7897" h="3070242">
                <a:moveTo>
                  <a:pt x="1" y="0"/>
                </a:moveTo>
                <a:lnTo>
                  <a:pt x="867897" y="0"/>
                </a:lnTo>
                <a:lnTo>
                  <a:pt x="867897" y="155750"/>
                </a:lnTo>
                <a:lnTo>
                  <a:pt x="155749" y="155750"/>
                </a:lnTo>
                <a:lnTo>
                  <a:pt x="155749" y="2914493"/>
                </a:lnTo>
                <a:lnTo>
                  <a:pt x="867896" y="2914493"/>
                </a:lnTo>
                <a:lnTo>
                  <a:pt x="867896" y="3070242"/>
                </a:lnTo>
                <a:lnTo>
                  <a:pt x="1" y="3070242"/>
                </a:lnTo>
                <a:lnTo>
                  <a:pt x="1" y="2914493"/>
                </a:lnTo>
                <a:lnTo>
                  <a:pt x="0" y="2914493"/>
                </a:lnTo>
                <a:lnTo>
                  <a:pt x="0" y="81431"/>
                </a:lnTo>
                <a:lnTo>
                  <a:pt x="1" y="8143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8" name="Vrije vorm 7">
            <a:extLst>
              <a:ext uri="{FF2B5EF4-FFF2-40B4-BE49-F238E27FC236}">
                <a16:creationId xmlns:a16="http://schemas.microsoft.com/office/drawing/2014/main" id="{F02FB246-1B1B-3646-9111-518CE7ABF801}"/>
              </a:ext>
            </a:extLst>
          </p:cNvPr>
          <p:cNvSpPr/>
          <p:nvPr userDrawn="1"/>
        </p:nvSpPr>
        <p:spPr>
          <a:xfrm flipH="1">
            <a:off x="5454968" y="2858754"/>
            <a:ext cx="867897" cy="3070242"/>
          </a:xfrm>
          <a:custGeom>
            <a:avLst/>
            <a:gdLst>
              <a:gd name="connsiteX0" fmla="*/ 1 w 867897"/>
              <a:gd name="connsiteY0" fmla="*/ 0 h 3070242"/>
              <a:gd name="connsiteX1" fmla="*/ 867897 w 867897"/>
              <a:gd name="connsiteY1" fmla="*/ 0 h 3070242"/>
              <a:gd name="connsiteX2" fmla="*/ 867897 w 867897"/>
              <a:gd name="connsiteY2" fmla="*/ 155750 h 3070242"/>
              <a:gd name="connsiteX3" fmla="*/ 155749 w 867897"/>
              <a:gd name="connsiteY3" fmla="*/ 155750 h 3070242"/>
              <a:gd name="connsiteX4" fmla="*/ 155749 w 867897"/>
              <a:gd name="connsiteY4" fmla="*/ 2914493 h 3070242"/>
              <a:gd name="connsiteX5" fmla="*/ 867896 w 867897"/>
              <a:gd name="connsiteY5" fmla="*/ 2914493 h 3070242"/>
              <a:gd name="connsiteX6" fmla="*/ 867896 w 867897"/>
              <a:gd name="connsiteY6" fmla="*/ 3070242 h 3070242"/>
              <a:gd name="connsiteX7" fmla="*/ 1 w 867897"/>
              <a:gd name="connsiteY7" fmla="*/ 3070242 h 3070242"/>
              <a:gd name="connsiteX8" fmla="*/ 1 w 867897"/>
              <a:gd name="connsiteY8" fmla="*/ 2914493 h 3070242"/>
              <a:gd name="connsiteX9" fmla="*/ 0 w 867897"/>
              <a:gd name="connsiteY9" fmla="*/ 2914493 h 3070242"/>
              <a:gd name="connsiteX10" fmla="*/ 0 w 867897"/>
              <a:gd name="connsiteY10" fmla="*/ 81431 h 3070242"/>
              <a:gd name="connsiteX11" fmla="*/ 1 w 867897"/>
              <a:gd name="connsiteY11" fmla="*/ 81431 h 3070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7897" h="3070242">
                <a:moveTo>
                  <a:pt x="1" y="0"/>
                </a:moveTo>
                <a:lnTo>
                  <a:pt x="867897" y="0"/>
                </a:lnTo>
                <a:lnTo>
                  <a:pt x="867897" y="155750"/>
                </a:lnTo>
                <a:lnTo>
                  <a:pt x="155749" y="155750"/>
                </a:lnTo>
                <a:lnTo>
                  <a:pt x="155749" y="2914493"/>
                </a:lnTo>
                <a:lnTo>
                  <a:pt x="867896" y="2914493"/>
                </a:lnTo>
                <a:lnTo>
                  <a:pt x="867896" y="3070242"/>
                </a:lnTo>
                <a:lnTo>
                  <a:pt x="1" y="3070242"/>
                </a:lnTo>
                <a:lnTo>
                  <a:pt x="1" y="2914493"/>
                </a:lnTo>
                <a:lnTo>
                  <a:pt x="0" y="2914493"/>
                </a:lnTo>
                <a:lnTo>
                  <a:pt x="0" y="81431"/>
                </a:lnTo>
                <a:lnTo>
                  <a:pt x="1" y="8143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159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eld met streamer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22">
            <a:extLst>
              <a:ext uri="{FF2B5EF4-FFF2-40B4-BE49-F238E27FC236}">
                <a16:creationId xmlns:a16="http://schemas.microsoft.com/office/drawing/2014/main" id="{F21B2B71-7F3D-FA4B-B69A-FAE14A980D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Titel 23">
            <a:extLst>
              <a:ext uri="{FF2B5EF4-FFF2-40B4-BE49-F238E27FC236}">
                <a16:creationId xmlns:a16="http://schemas.microsoft.com/office/drawing/2014/main" id="{EE4F57E5-CAF1-2F4E-BCCD-703840FDA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1557" y="3169595"/>
            <a:ext cx="4206240" cy="2448560"/>
          </a:xfrm>
          <a:prstGeom prst="rect">
            <a:avLst/>
          </a:prstGeom>
        </p:spPr>
        <p:txBody>
          <a:bodyPr anchor="ctr"/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‘Hier is ruimte voor een (vast) Hanze beeld met </a:t>
            </a:r>
            <a:r>
              <a:rPr lang="nl-NL" dirty="0" err="1"/>
              <a:t>streamertekst</a:t>
            </a:r>
            <a:r>
              <a:rPr lang="nl-NL" dirty="0"/>
              <a:t>’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3805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ulpmiddel - verlo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F6D4E086-27B2-DA4F-A068-AC0304249781}"/>
              </a:ext>
            </a:extLst>
          </p:cNvPr>
          <p:cNvSpPr/>
          <p:nvPr userDrawn="1"/>
        </p:nvSpPr>
        <p:spPr>
          <a:xfrm>
            <a:off x="-3937518" y="0"/>
            <a:ext cx="3601616" cy="6858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GB" b="1" dirty="0">
                <a:solidFill>
                  <a:schemeClr val="tx2"/>
                </a:solidFill>
              </a:rPr>
              <a:t>Help! De </a:t>
            </a:r>
            <a:r>
              <a:rPr lang="en-GB" b="1" dirty="0" err="1">
                <a:solidFill>
                  <a:schemeClr val="tx2"/>
                </a:solidFill>
              </a:rPr>
              <a:t>witte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tekst</a:t>
            </a:r>
            <a:r>
              <a:rPr lang="en-GB" b="1" dirty="0">
                <a:solidFill>
                  <a:schemeClr val="tx2"/>
                </a:solidFill>
              </a:rPr>
              <a:t> over </a:t>
            </a:r>
            <a:r>
              <a:rPr lang="en-GB" b="1" dirty="0" err="1">
                <a:solidFill>
                  <a:schemeClr val="tx2"/>
                </a:solidFill>
              </a:rPr>
              <a:t>mijn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foto</a:t>
            </a:r>
            <a:r>
              <a:rPr lang="en-GB" b="1" dirty="0">
                <a:solidFill>
                  <a:schemeClr val="tx2"/>
                </a:solidFill>
              </a:rPr>
              <a:t> is </a:t>
            </a:r>
            <a:r>
              <a:rPr lang="en-GB" b="1" dirty="0" err="1">
                <a:solidFill>
                  <a:schemeClr val="tx2"/>
                </a:solidFill>
              </a:rPr>
              <a:t>slecht</a:t>
            </a:r>
            <a:r>
              <a:rPr lang="en-GB" b="1" dirty="0">
                <a:solidFill>
                  <a:schemeClr val="tx2"/>
                </a:solidFill>
              </a:rPr>
              <a:t> </a:t>
            </a:r>
            <a:r>
              <a:rPr lang="en-GB" b="1" dirty="0" err="1">
                <a:solidFill>
                  <a:schemeClr val="tx2"/>
                </a:solidFill>
              </a:rPr>
              <a:t>leesbaar</a:t>
            </a:r>
            <a:r>
              <a:rPr lang="en-GB" b="1" dirty="0">
                <a:solidFill>
                  <a:schemeClr val="tx2"/>
                </a:solidFill>
              </a:rPr>
              <a:t>.</a:t>
            </a:r>
          </a:p>
          <a:p>
            <a:pPr algn="l"/>
            <a:endParaRPr lang="en-GB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Selecteer</a:t>
            </a:r>
            <a:r>
              <a:rPr lang="en-GB" dirty="0">
                <a:solidFill>
                  <a:schemeClr val="tx1"/>
                </a:solidFill>
              </a:rPr>
              <a:t> het </a:t>
            </a:r>
            <a:r>
              <a:rPr lang="en-GB" dirty="0" err="1">
                <a:solidFill>
                  <a:schemeClr val="tx1"/>
                </a:solidFill>
              </a:rPr>
              <a:t>verloopkader</a:t>
            </a:r>
            <a:r>
              <a:rPr lang="en-GB" dirty="0">
                <a:solidFill>
                  <a:schemeClr val="tx1"/>
                </a:solidFill>
              </a:rPr>
              <a:t> op </a:t>
            </a:r>
            <a:r>
              <a:rPr lang="en-GB" dirty="0" err="1">
                <a:solidFill>
                  <a:schemeClr val="tx1"/>
                </a:solidFill>
              </a:rPr>
              <a:t>deze</a:t>
            </a:r>
            <a:r>
              <a:rPr lang="en-GB" dirty="0">
                <a:solidFill>
                  <a:schemeClr val="tx1"/>
                </a:solidFill>
              </a:rPr>
              <a:t> slide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Plak</a:t>
            </a:r>
            <a:r>
              <a:rPr lang="en-GB" dirty="0">
                <a:solidFill>
                  <a:schemeClr val="tx1"/>
                </a:solidFill>
              </a:rPr>
              <a:t> het op de slide met de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endParaRPr lang="en-GB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Selecteer</a:t>
            </a:r>
            <a:r>
              <a:rPr lang="en-GB" dirty="0">
                <a:solidFill>
                  <a:schemeClr val="tx1"/>
                </a:solidFill>
              </a:rPr>
              <a:t> het </a:t>
            </a:r>
            <a:r>
              <a:rPr lang="en-GB" dirty="0" err="1">
                <a:solidFill>
                  <a:schemeClr val="tx1"/>
                </a:solidFill>
              </a:rPr>
              <a:t>verloopkader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klik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rechtermuisknop</a:t>
            </a:r>
            <a:endParaRPr lang="en-GB" dirty="0">
              <a:solidFill>
                <a:schemeClr val="tx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Kies</a:t>
            </a:r>
            <a:r>
              <a:rPr lang="en-GB" dirty="0">
                <a:solidFill>
                  <a:schemeClr val="tx1"/>
                </a:solidFill>
              </a:rPr>
              <a:t>: ‘</a:t>
            </a:r>
            <a:r>
              <a:rPr lang="en-GB" dirty="0" err="1">
                <a:solidFill>
                  <a:schemeClr val="tx1"/>
                </a:solidFill>
              </a:rPr>
              <a:t>Naar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Achtergrond</a:t>
            </a:r>
            <a:r>
              <a:rPr lang="en-GB" dirty="0">
                <a:solidFill>
                  <a:schemeClr val="tx1"/>
                </a:solidFill>
              </a:rPr>
              <a:t>’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dirty="0" err="1">
                <a:solidFill>
                  <a:schemeClr val="tx1"/>
                </a:solidFill>
              </a:rPr>
              <a:t>Seleceer</a:t>
            </a:r>
            <a:r>
              <a:rPr lang="en-GB" dirty="0">
                <a:solidFill>
                  <a:schemeClr val="tx1"/>
                </a:solidFill>
              </a:rPr>
              <a:t> de </a:t>
            </a:r>
            <a:r>
              <a:rPr lang="en-GB" dirty="0" err="1">
                <a:solidFill>
                  <a:schemeClr val="tx1"/>
                </a:solidFill>
              </a:rPr>
              <a:t>foto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en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klik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rechtermuisknop</a:t>
            </a:r>
            <a:endParaRPr lang="en-GB" dirty="0">
              <a:solidFill>
                <a:schemeClr val="tx1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dirty="0" err="1">
                <a:solidFill>
                  <a:schemeClr val="tx1"/>
                </a:solidFill>
              </a:rPr>
              <a:t>Kies</a:t>
            </a:r>
            <a:r>
              <a:rPr lang="en-GB" dirty="0">
                <a:solidFill>
                  <a:schemeClr val="tx1"/>
                </a:solidFill>
              </a:rPr>
              <a:t>: ‘</a:t>
            </a:r>
            <a:r>
              <a:rPr lang="en-GB" dirty="0" err="1">
                <a:solidFill>
                  <a:schemeClr val="tx1"/>
                </a:solidFill>
              </a:rPr>
              <a:t>Naar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Achtergrond</a:t>
            </a:r>
            <a:r>
              <a:rPr lang="en-GB" dirty="0">
                <a:solidFill>
                  <a:schemeClr val="tx1"/>
                </a:solidFill>
              </a:rPr>
              <a:t>’</a:t>
            </a:r>
          </a:p>
          <a:p>
            <a:pPr marL="342900" indent="-342900" algn="l">
              <a:buFont typeface="+mj-lt"/>
              <a:buAutoNum type="arabicPeriod"/>
            </a:pP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24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C84F8B-3755-5647-9C6A-72AFF55C3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80BBBC6-026D-1944-B1B4-920DAF568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2E06664-65DC-FA40-8081-D53FCF35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BC6CF-92E3-BF47-AF07-5910D5FCD12C}" type="datetime1">
              <a:rPr lang="nl-NL" smtClean="0"/>
              <a:t>9-12-2025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26CA7B9-5590-AF49-A856-E6F92869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B66D3E-BFA6-C045-A751-3E301EA1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977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- Grij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9EEA3E9-0C3E-244E-A479-D187220A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D406F39-920D-4745-90D3-293BE738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75F5CD1-64FD-6A40-ABD3-AA7F93A3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5EDB763-7399-1542-A4D4-CA944CE64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FDFEDA55-B23A-2E4B-96C5-E0C47EFA7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350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897A0-16D4-204B-92AF-5FF73926E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E83F84-3203-5F42-BD89-01479C948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F31C9D1-A3F3-584E-B45B-EFF0E37CB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CE03883-6D99-5047-99F5-D54707ED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AA7CB-1B9C-334B-A3CC-74C926E69A35}" type="datetime1">
              <a:rPr lang="nl-NL" smtClean="0"/>
              <a:t>9-12-2025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FAAD4EF-8724-B047-A701-0C633E45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6C2B083-302B-8C4D-B122-A04FD8483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493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 - Grij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13AF129-33C9-1041-BD1A-D3B32EB9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98ABD-4667-1B44-BAC3-A07BE72E1CB6}" type="datetime1">
              <a:rPr lang="nl-NL" smtClean="0"/>
              <a:t>9-12-2025</a:t>
            </a:fld>
            <a:endParaRPr lang="en-GB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88143E7-F3EC-B442-A85D-ADBC124A8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2020CB1-4067-6E45-97DD-04AFD204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7E8B255E-9BE1-FB43-8026-085AB0EB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A13FEE9D-10D2-DE4B-A3F4-D5155B439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2" name="Tijdelijke aanduiding voor inhoud 3">
            <a:extLst>
              <a:ext uri="{FF2B5EF4-FFF2-40B4-BE49-F238E27FC236}">
                <a16:creationId xmlns:a16="http://schemas.microsoft.com/office/drawing/2014/main" id="{3E7605F2-D1C5-6D4E-BEFE-61E2D36CC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7410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13701-B6A2-154E-BB2F-D9459C1C5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63A0AA3-2DA8-6440-B4C2-555678A7A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0EDDA-872D-314C-90C8-EDE890E1F49C}" type="datetime1">
              <a:rPr lang="nl-NL" smtClean="0"/>
              <a:t>9-12-2025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124D3B5-8EAC-244E-9FED-E06640F5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215EA00-16B6-934F-8CFC-1A44D822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48435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- Grij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13701-B6A2-154E-BB2F-D9459C1C5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63A0AA3-2DA8-6440-B4C2-555678A7A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0EDDA-872D-314C-90C8-EDE890E1F49C}" type="datetime1">
              <a:rPr lang="nl-NL" smtClean="0"/>
              <a:t>9-12-2025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124D3B5-8EAC-244E-9FED-E06640F5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215EA00-16B6-934F-8CFC-1A44D822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1915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C97958-670A-2046-BCE8-BB26C5980F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CF36DAD-AB93-C141-833A-A802F1157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 b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94935E3-F616-5F4C-8294-7BE64A3BE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28850"/>
            <a:ext cx="3932237" cy="36401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4F37B2C-3BFB-2D45-AE96-175A51B7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1902-0205-EF40-BEB1-B333824E5572}" type="datetime1">
              <a:rPr lang="nl-NL" smtClean="0"/>
              <a:t>9-12-2025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A4F5BEC-39CA-2A4B-96C5-4C53DD25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E99572-DA41-084C-AFBD-F848917B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48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 - Grij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C97958-670A-2046-BCE8-BB26C5980F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CF36DAD-AB93-C141-833A-A802F1157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94935E3-F616-5F4C-8294-7BE64A3BE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28850"/>
            <a:ext cx="3932237" cy="364013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4F37B2C-3BFB-2D45-AE96-175A51B7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11902-0205-EF40-BEB1-B333824E5572}" type="datetime1">
              <a:rPr lang="nl-NL" smtClean="0"/>
              <a:t>9-12-2025</a:t>
            </a:fld>
            <a:endParaRPr lang="en-GB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A4F5BEC-39CA-2A4B-96C5-4C53DD25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E99572-DA41-084C-AFBD-F848917B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5028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C22C2-B1C9-EC4B-AA53-E07CC141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4680000" cy="1325563"/>
          </a:xfrm>
        </p:spPr>
        <p:txBody>
          <a:bodyPr anchor="t"/>
          <a:lstStyle/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7" name="Tijdelijke aanduiding voor afbeelding 8">
            <a:extLst>
              <a:ext uri="{FF2B5EF4-FFF2-40B4-BE49-F238E27FC236}">
                <a16:creationId xmlns:a16="http://schemas.microsoft.com/office/drawing/2014/main" id="{B6667F28-2F1C-6740-BE99-C779031715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2D0C230F-9D80-294B-A1A8-561C69F053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1" y="1828800"/>
            <a:ext cx="4680000" cy="437197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D29630A5-5980-BC4B-AD46-3E93933F99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E388F-804A-504A-8DB1-3735CB7C8802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4086FD13-0BA9-AE4F-80C6-FD19FFB058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020CB35-23EF-604E-A52A-63372DAFEC6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45FC71F9-F0D0-A945-A071-8052832B445D}"/>
              </a:ext>
            </a:extLst>
          </p:cNvPr>
          <p:cNvSpPr/>
          <p:nvPr userDrawn="1"/>
        </p:nvSpPr>
        <p:spPr>
          <a:xfrm>
            <a:off x="838200" y="-1"/>
            <a:ext cx="4680000" cy="162000"/>
          </a:xfrm>
          <a:prstGeom prst="rect">
            <a:avLst/>
          </a:prstGeom>
          <a:solidFill>
            <a:srgbClr val="D1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1799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 en beeld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C22C2-B1C9-EC4B-AA53-E07CC141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4680000" cy="1325563"/>
          </a:xfrm>
        </p:spPr>
        <p:txBody>
          <a:bodyPr anchor="t"/>
          <a:lstStyle/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7" name="Tijdelijke aanduiding voor afbeelding 8">
            <a:extLst>
              <a:ext uri="{FF2B5EF4-FFF2-40B4-BE49-F238E27FC236}">
                <a16:creationId xmlns:a16="http://schemas.microsoft.com/office/drawing/2014/main" id="{B6667F28-2F1C-6740-BE99-C779031715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0" b="1"/>
            </a:lvl1pPr>
          </a:lstStyle>
          <a:p>
            <a:endParaRPr lang="en-GB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2D0C230F-9D80-294B-A1A8-561C69F053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1" y="1828800"/>
            <a:ext cx="4680000" cy="437197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D29630A5-5980-BC4B-AD46-3E93933F99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E388F-804A-504A-8DB1-3735CB7C8802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4086FD13-0BA9-AE4F-80C6-FD19FFB058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020CB35-23EF-604E-A52A-63372DAFEC6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45FC71F9-F0D0-A945-A071-8052832B445D}"/>
              </a:ext>
            </a:extLst>
          </p:cNvPr>
          <p:cNvSpPr/>
          <p:nvPr userDrawn="1"/>
        </p:nvSpPr>
        <p:spPr>
          <a:xfrm>
            <a:off x="838200" y="-1"/>
            <a:ext cx="4680000" cy="162000"/>
          </a:xfrm>
          <a:prstGeom prst="rect">
            <a:avLst/>
          </a:prstGeom>
          <a:solidFill>
            <a:srgbClr val="D1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500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en beeld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C22C2-B1C9-EC4B-AA53-E07CC141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4680000" cy="1325563"/>
          </a:xfrm>
        </p:spPr>
        <p:txBody>
          <a:bodyPr anchor="t"/>
          <a:lstStyle/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7" name="Tijdelijke aanduiding voor afbeelding 8">
            <a:extLst>
              <a:ext uri="{FF2B5EF4-FFF2-40B4-BE49-F238E27FC236}">
                <a16:creationId xmlns:a16="http://schemas.microsoft.com/office/drawing/2014/main" id="{B6667F28-2F1C-6740-BE99-C779031715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0" b="1"/>
            </a:lvl1pPr>
          </a:lstStyle>
          <a:p>
            <a:endParaRPr lang="en-GB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2D0C230F-9D80-294B-A1A8-561C69F053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1" y="1828800"/>
            <a:ext cx="4680000" cy="437197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D29630A5-5980-BC4B-AD46-3E93933F99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E388F-804A-504A-8DB1-3735CB7C8802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4086FD13-0BA9-AE4F-80C6-FD19FFB058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020CB35-23EF-604E-A52A-63372DAFEC6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45FC71F9-F0D0-A945-A071-8052832B445D}"/>
              </a:ext>
            </a:extLst>
          </p:cNvPr>
          <p:cNvSpPr/>
          <p:nvPr userDrawn="1"/>
        </p:nvSpPr>
        <p:spPr>
          <a:xfrm>
            <a:off x="838200" y="-1"/>
            <a:ext cx="4680000" cy="162000"/>
          </a:xfrm>
          <a:prstGeom prst="rect">
            <a:avLst/>
          </a:prstGeom>
          <a:solidFill>
            <a:srgbClr val="D1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5935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en beeld -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C22C2-B1C9-EC4B-AA53-E07CC141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4680000" cy="1325563"/>
          </a:xfrm>
        </p:spPr>
        <p:txBody>
          <a:bodyPr anchor="t"/>
          <a:lstStyle/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7" name="Tijdelijke aanduiding voor afbeelding 8">
            <a:extLst>
              <a:ext uri="{FF2B5EF4-FFF2-40B4-BE49-F238E27FC236}">
                <a16:creationId xmlns:a16="http://schemas.microsoft.com/office/drawing/2014/main" id="{B6667F28-2F1C-6740-BE99-C779031715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 b="1"/>
            </a:lvl1pPr>
          </a:lstStyle>
          <a:p>
            <a:endParaRPr lang="en-GB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2D0C230F-9D80-294B-A1A8-561C69F053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1" y="1828800"/>
            <a:ext cx="4680000" cy="437197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D29630A5-5980-BC4B-AD46-3E93933F99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E388F-804A-504A-8DB1-3735CB7C8802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4086FD13-0BA9-AE4F-80C6-FD19FFB058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020CB35-23EF-604E-A52A-63372DAFEC6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45FC71F9-F0D0-A945-A071-8052832B445D}"/>
              </a:ext>
            </a:extLst>
          </p:cNvPr>
          <p:cNvSpPr/>
          <p:nvPr userDrawn="1"/>
        </p:nvSpPr>
        <p:spPr>
          <a:xfrm>
            <a:off x="838200" y="-1"/>
            <a:ext cx="4680000" cy="162000"/>
          </a:xfrm>
          <a:prstGeom prst="rect">
            <a:avLst/>
          </a:prstGeom>
          <a:solidFill>
            <a:srgbClr val="D1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9270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beeld - Grij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C22C2-B1C9-EC4B-AA53-E07CC141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4680000" cy="1325563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7" name="Tijdelijke aanduiding voor afbeelding 8">
            <a:extLst>
              <a:ext uri="{FF2B5EF4-FFF2-40B4-BE49-F238E27FC236}">
                <a16:creationId xmlns:a16="http://schemas.microsoft.com/office/drawing/2014/main" id="{B6667F28-2F1C-6740-BE99-C779031715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2D0C230F-9D80-294B-A1A8-561C69F053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1" y="1828800"/>
            <a:ext cx="4680000" cy="4371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D29630A5-5980-BC4B-AD46-3E93933F99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E388F-804A-504A-8DB1-3735CB7C8802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4086FD13-0BA9-AE4F-80C6-FD19FFB058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020CB35-23EF-604E-A52A-63372DAFEC6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45FC71F9-F0D0-A945-A071-8052832B445D}"/>
              </a:ext>
            </a:extLst>
          </p:cNvPr>
          <p:cNvSpPr/>
          <p:nvPr userDrawn="1"/>
        </p:nvSpPr>
        <p:spPr>
          <a:xfrm>
            <a:off x="838200" y="-1"/>
            <a:ext cx="4680000" cy="162000"/>
          </a:xfrm>
          <a:prstGeom prst="rect">
            <a:avLst/>
          </a:prstGeom>
          <a:solidFill>
            <a:srgbClr val="D1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7510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 en beeld - Grij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C22C2-B1C9-EC4B-AA53-E07CC141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4680000" cy="1325563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7" name="Tijdelijke aanduiding voor afbeelding 8">
            <a:extLst>
              <a:ext uri="{FF2B5EF4-FFF2-40B4-BE49-F238E27FC236}">
                <a16:creationId xmlns:a16="http://schemas.microsoft.com/office/drawing/2014/main" id="{B6667F28-2F1C-6740-BE99-C779031715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2D0C230F-9D80-294B-A1A8-561C69F053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1" y="1828800"/>
            <a:ext cx="4680000" cy="4371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D29630A5-5980-BC4B-AD46-3E93933F99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E388F-804A-504A-8DB1-3735CB7C8802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4086FD13-0BA9-AE4F-80C6-FD19FFB058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020CB35-23EF-604E-A52A-63372DAFEC6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45FC71F9-F0D0-A945-A071-8052832B445D}"/>
              </a:ext>
            </a:extLst>
          </p:cNvPr>
          <p:cNvSpPr/>
          <p:nvPr userDrawn="1"/>
        </p:nvSpPr>
        <p:spPr>
          <a:xfrm>
            <a:off x="838200" y="-1"/>
            <a:ext cx="4680000" cy="162000"/>
          </a:xfrm>
          <a:prstGeom prst="rect">
            <a:avLst/>
          </a:prstGeom>
          <a:solidFill>
            <a:srgbClr val="D1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4661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 en beeld - Grij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C22C2-B1C9-EC4B-AA53-E07CC141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4680000" cy="1325563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7" name="Tijdelijke aanduiding voor afbeelding 8">
            <a:extLst>
              <a:ext uri="{FF2B5EF4-FFF2-40B4-BE49-F238E27FC236}">
                <a16:creationId xmlns:a16="http://schemas.microsoft.com/office/drawing/2014/main" id="{B6667F28-2F1C-6740-BE99-C779031715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blipFill>
            <a:blip r:embed="rId2"/>
            <a:srcRect/>
            <a:stretch>
              <a:fillRect t="-35660" b="-13872"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2D0C230F-9D80-294B-A1A8-561C69F053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1" y="1828800"/>
            <a:ext cx="4680000" cy="4371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D29630A5-5980-BC4B-AD46-3E93933F99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E388F-804A-504A-8DB1-3735CB7C8802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4086FD13-0BA9-AE4F-80C6-FD19FFB058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020CB35-23EF-604E-A52A-63372DAFEC6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45FC71F9-F0D0-A945-A071-8052832B445D}"/>
              </a:ext>
            </a:extLst>
          </p:cNvPr>
          <p:cNvSpPr/>
          <p:nvPr userDrawn="1"/>
        </p:nvSpPr>
        <p:spPr>
          <a:xfrm>
            <a:off x="838200" y="-1"/>
            <a:ext cx="4680000" cy="162000"/>
          </a:xfrm>
          <a:prstGeom prst="rect">
            <a:avLst/>
          </a:prstGeom>
          <a:solidFill>
            <a:srgbClr val="D1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6226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 en beeld - Grij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5C22C2-B1C9-EC4B-AA53-E07CC141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365125"/>
            <a:ext cx="4680000" cy="1325563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7" name="Tijdelijke aanduiding voor afbeelding 8">
            <a:extLst>
              <a:ext uri="{FF2B5EF4-FFF2-40B4-BE49-F238E27FC236}">
                <a16:creationId xmlns:a16="http://schemas.microsoft.com/office/drawing/2014/main" id="{B6667F28-2F1C-6740-BE99-C779031715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 b="1"/>
            </a:lvl1pPr>
          </a:lstStyle>
          <a:p>
            <a:endParaRPr lang="en-GB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2D0C230F-9D80-294B-A1A8-561C69F053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1" y="1828800"/>
            <a:ext cx="4680000" cy="4371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sp>
        <p:nvSpPr>
          <p:cNvPr id="10" name="Tijdelijke aanduiding voor datum 9">
            <a:extLst>
              <a:ext uri="{FF2B5EF4-FFF2-40B4-BE49-F238E27FC236}">
                <a16:creationId xmlns:a16="http://schemas.microsoft.com/office/drawing/2014/main" id="{D29630A5-5980-BC4B-AD46-3E93933F99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E388F-804A-504A-8DB1-3735CB7C8802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4086FD13-0BA9-AE4F-80C6-FD19FFB058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020CB35-23EF-604E-A52A-63372DAFEC6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45FC71F9-F0D0-A945-A071-8052832B445D}"/>
              </a:ext>
            </a:extLst>
          </p:cNvPr>
          <p:cNvSpPr/>
          <p:nvPr userDrawn="1"/>
        </p:nvSpPr>
        <p:spPr>
          <a:xfrm>
            <a:off x="838200" y="-1"/>
            <a:ext cx="4680000" cy="162000"/>
          </a:xfrm>
          <a:prstGeom prst="rect">
            <a:avLst/>
          </a:prstGeom>
          <a:solidFill>
            <a:srgbClr val="D1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1647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59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14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5" r:id="rId2"/>
    <p:sldLayoutId id="2147483683" r:id="rId3"/>
    <p:sldLayoutId id="2147483684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64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1" r:id="rId2"/>
    <p:sldLayoutId id="2147483682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502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8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11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68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11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25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1BE9F6E-9178-4A42-87E6-93D661503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500A6AF-67F0-5E48-A40E-600F11B0A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0A79BCE-71C8-F846-9647-1B9D420CAE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3EB2B92-8AD8-704B-A65F-AFFC69FBE3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710F375-899C-FD40-9102-B2F165C3E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9D0BA-D606-4546-9748-B07575EFE9B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6B57CF8-6551-2F49-8246-C7A72E6AECAC}"/>
              </a:ext>
            </a:extLst>
          </p:cNvPr>
          <p:cNvSpPr/>
          <p:nvPr userDrawn="1"/>
        </p:nvSpPr>
        <p:spPr>
          <a:xfrm>
            <a:off x="838200" y="-1"/>
            <a:ext cx="10512000" cy="162000"/>
          </a:xfrm>
          <a:prstGeom prst="rect">
            <a:avLst/>
          </a:prstGeom>
          <a:solidFill>
            <a:srgbClr val="D1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45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5" r:id="rId3"/>
    <p:sldLayoutId id="2147483666" r:id="rId4"/>
    <p:sldLayoutId id="2147483667" r:id="rId5"/>
    <p:sldLayoutId id="2147483672" r:id="rId6"/>
    <p:sldLayoutId id="2147483670" r:id="rId7"/>
    <p:sldLayoutId id="2147483673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31A6A91-58BE-6E41-860C-77B52C0FF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Hier is ruimte voor een titel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F65EC48-E8D5-9740-873C-335054552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9FAEAD3-4DAF-2946-933E-44CA67B0F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E388F-804A-504A-8DB1-3735CB7C8802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C5990C9-3ECA-AF40-894C-FE5C42CB1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0CB35-23EF-604E-A52A-63372DAFEC6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37AA28A-808B-3A4C-95EB-B825D4D78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65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0" r:id="rId2"/>
    <p:sldLayoutId id="2147483693" r:id="rId3"/>
    <p:sldLayoutId id="2147483689" r:id="rId4"/>
    <p:sldLayoutId id="2147483677" r:id="rId5"/>
    <p:sldLayoutId id="2147483692" r:id="rId6"/>
    <p:sldLayoutId id="2147483694" r:id="rId7"/>
    <p:sldLayoutId id="214748369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F43C86A3-B819-8C4B-9908-77C84CBE2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ep 4">
            <a:extLst>
              <a:ext uri="{FF2B5EF4-FFF2-40B4-BE49-F238E27FC236}">
                <a16:creationId xmlns:a16="http://schemas.microsoft.com/office/drawing/2014/main" id="{E95B7435-326A-6D47-AE17-3E48302EF692}"/>
              </a:ext>
            </a:extLst>
          </p:cNvPr>
          <p:cNvGrpSpPr/>
          <p:nvPr userDrawn="1"/>
        </p:nvGrpSpPr>
        <p:grpSpPr>
          <a:xfrm>
            <a:off x="836869" y="461691"/>
            <a:ext cx="8172659" cy="5793923"/>
            <a:chOff x="836869" y="461691"/>
            <a:chExt cx="8172659" cy="5793923"/>
          </a:xfrm>
        </p:grpSpPr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72165FDA-0BC2-3543-8AAC-1F931D529173}"/>
                </a:ext>
              </a:extLst>
            </p:cNvPr>
            <p:cNvSpPr/>
            <p:nvPr userDrawn="1"/>
          </p:nvSpPr>
          <p:spPr>
            <a:xfrm>
              <a:off x="842682" y="461691"/>
              <a:ext cx="3762248" cy="169277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nl-NL" sz="11000" b="1" dirty="0">
                  <a:solidFill>
                    <a:srgbClr val="D17D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share</a:t>
              </a:r>
              <a:endParaRPr lang="en-GB" sz="11000" dirty="0"/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3935163F-D508-B44E-B86C-84CF36037CCB}"/>
                </a:ext>
              </a:extLst>
            </p:cNvPr>
            <p:cNvSpPr/>
            <p:nvPr userDrawn="1"/>
          </p:nvSpPr>
          <p:spPr>
            <a:xfrm>
              <a:off x="842682" y="1691277"/>
              <a:ext cx="8166846" cy="169277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nl-NL" sz="11000" b="1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your</a:t>
              </a:r>
              <a:r>
                <a:rPr lang="nl-NL" sz="11000" b="1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talent.</a:t>
              </a:r>
              <a:endParaRPr lang="en-GB" sz="11000" dirty="0">
                <a:solidFill>
                  <a:schemeClr val="bg1"/>
                </a:solidFill>
              </a:endParaRP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D2B0FC7-FAF7-C44F-814E-0A55830DFDB0}"/>
                </a:ext>
              </a:extLst>
            </p:cNvPr>
            <p:cNvSpPr/>
            <p:nvPr userDrawn="1"/>
          </p:nvSpPr>
          <p:spPr>
            <a:xfrm>
              <a:off x="836869" y="3127060"/>
              <a:ext cx="3683701" cy="169277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nl-NL" sz="11000" b="1" dirty="0">
                  <a:solidFill>
                    <a:srgbClr val="D17D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move</a:t>
              </a:r>
              <a:endParaRPr lang="en-GB" sz="1100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9D3ACC26-525B-F048-915C-CFC4C18FE702}"/>
                </a:ext>
              </a:extLst>
            </p:cNvPr>
            <p:cNvSpPr/>
            <p:nvPr userDrawn="1"/>
          </p:nvSpPr>
          <p:spPr>
            <a:xfrm>
              <a:off x="836869" y="4562843"/>
              <a:ext cx="6658874" cy="169277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r>
                <a:rPr lang="nl-NL" sz="11000" b="1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nl-NL" sz="11000" b="1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nl-NL" sz="11000" b="1" dirty="0" err="1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world</a:t>
              </a:r>
              <a:r>
                <a:rPr lang="nl-NL" sz="11000" b="1" dirty="0">
                  <a:solidFill>
                    <a:schemeClr val="bg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GB" sz="11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889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6.png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-tb.nl/class/week07/week07_summary.html" TargetMode="Externa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colab.research.google.com/notebooks/markdown_guide.ipynb" TargetMode="External"/><Relationship Id="rId2" Type="http://schemas.openxmlformats.org/officeDocument/2006/relationships/hyperlink" Target="https://python-tb.nl/class/week07/week07_summary.html" TargetMode="Externa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EB1DAB9-CA17-380F-7227-337732D559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pic>
        <p:nvPicPr>
          <p:cNvPr id="12" name="Picture Placeholder 11" descr="A picture containing text, indoor, screen, screenshot&#10;&#10;Description automatically generated">
            <a:extLst>
              <a:ext uri="{FF2B5EF4-FFF2-40B4-BE49-F238E27FC236}">
                <a16:creationId xmlns:a16="http://schemas.microsoft.com/office/drawing/2014/main" id="{267ED1E2-71EF-1613-1890-0569B686794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35000"/>
          </a:blip>
          <a:srcRect t="7865" b="7865"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1028" name="Picture 4" descr="Python (programming language) - Wikipedia">
            <a:extLst>
              <a:ext uri="{FF2B5EF4-FFF2-40B4-BE49-F238E27FC236}">
                <a16:creationId xmlns:a16="http://schemas.microsoft.com/office/drawing/2014/main" id="{A14C1930-D72F-2369-1712-5A9610C4F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632" y="3006630"/>
            <a:ext cx="834196" cy="914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67458F8-A674-9BF0-30A5-4E1BA72E4D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4634" y="746320"/>
            <a:ext cx="3439164" cy="1004567"/>
          </a:xfrm>
          <a:prstGeom prst="rect">
            <a:avLst/>
          </a:prstGeom>
        </p:spPr>
      </p:pic>
      <p:sp>
        <p:nvSpPr>
          <p:cNvPr id="17" name="Titel 4">
            <a:extLst>
              <a:ext uri="{FF2B5EF4-FFF2-40B4-BE49-F238E27FC236}">
                <a16:creationId xmlns:a16="http://schemas.microsoft.com/office/drawing/2014/main" id="{FCB6D44A-916E-4D19-E20B-6B1D1F5B0DD9}"/>
              </a:ext>
            </a:extLst>
          </p:cNvPr>
          <p:cNvSpPr txBox="1">
            <a:spLocks/>
          </p:cNvSpPr>
          <p:nvPr/>
        </p:nvSpPr>
        <p:spPr>
          <a:xfrm>
            <a:off x="340486" y="3137000"/>
            <a:ext cx="10515600" cy="5839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err="1">
                <a:solidFill>
                  <a:schemeClr val="bg1"/>
                </a:solidFill>
              </a:rPr>
              <a:t>Datageletterdheid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el 4">
            <a:extLst>
              <a:ext uri="{FF2B5EF4-FFF2-40B4-BE49-F238E27FC236}">
                <a16:creationId xmlns:a16="http://schemas.microsoft.com/office/drawing/2014/main" id="{29525EE7-670F-0139-0594-29D61E17126F}"/>
              </a:ext>
            </a:extLst>
          </p:cNvPr>
          <p:cNvSpPr txBox="1">
            <a:spLocks/>
          </p:cNvSpPr>
          <p:nvPr/>
        </p:nvSpPr>
        <p:spPr>
          <a:xfrm>
            <a:off x="340486" y="3884223"/>
            <a:ext cx="10515600" cy="6259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>
                <a:solidFill>
                  <a:schemeClr val="bg1"/>
                </a:solidFill>
              </a:rPr>
              <a:t>Workshop 7</a:t>
            </a:r>
          </a:p>
        </p:txBody>
      </p:sp>
    </p:spTree>
    <p:extLst>
      <p:ext uri="{BB962C8B-B14F-4D97-AF65-F5344CB8AC3E}">
        <p14:creationId xmlns:p14="http://schemas.microsoft.com/office/powerpoint/2010/main" val="3093389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69BEAD6-AE56-844C-88A5-3466D138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C6463F7-A8FD-5F4B-90E5-B94E7914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BAAD183-6BCF-2645-B9BB-CBAB0FD2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2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F22ADAA-A962-8944-AD14-23A32838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Inhoud</a:t>
            </a:r>
            <a:endParaRPr lang="en-GB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607DDF2-4BD5-AE44-B338-9D054C7D1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9047"/>
          </a:xfrm>
        </p:spPr>
        <p:txBody>
          <a:bodyPr/>
          <a:lstStyle/>
          <a:p>
            <a:r>
              <a:rPr lang="en-GB" dirty="0" err="1"/>
              <a:t>Oefenvragen</a:t>
            </a:r>
            <a:endParaRPr lang="en-GB" dirty="0"/>
          </a:p>
          <a:p>
            <a:r>
              <a:rPr lang="en-GB" dirty="0" err="1"/>
              <a:t>Eindopdracht</a:t>
            </a:r>
            <a:endParaRPr lang="en-GB" dirty="0"/>
          </a:p>
          <a:p>
            <a:r>
              <a:rPr lang="en-GB" dirty="0" err="1"/>
              <a:t>Codecademy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1541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607DDF2-4BD5-AE44-B338-9D054C7D1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904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Wat print de </a:t>
            </a:r>
            <a:r>
              <a:rPr lang="en-GB" dirty="0" err="1"/>
              <a:t>volgende</a:t>
            </a:r>
            <a:r>
              <a:rPr lang="en-GB" dirty="0"/>
              <a:t> </a:t>
            </a:r>
            <a:r>
              <a:rPr lang="en-GB" dirty="0" err="1"/>
              <a:t>functie</a:t>
            </a:r>
            <a:r>
              <a:rPr lang="en-GB" dirty="0"/>
              <a:t>?</a:t>
            </a:r>
          </a:p>
          <a:p>
            <a:pPr marL="0" indent="0">
              <a:buNone/>
            </a:pPr>
            <a:endParaRPr lang="nl-NL" dirty="0">
              <a:solidFill>
                <a:srgbClr val="116644"/>
              </a:solidFill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69BEAD6-AE56-844C-88A5-3466D138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C6463F7-A8FD-5F4B-90E5-B94E7914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BAAD183-6BCF-2645-B9BB-CBAB0FD2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3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F22ADAA-A962-8944-AD14-23A32838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Vraag</a:t>
            </a:r>
            <a:r>
              <a:rPr lang="en-GB" dirty="0"/>
              <a:t>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C3EEF7-9786-81B7-E789-813BD6C5A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58" y="2558143"/>
            <a:ext cx="7407729" cy="147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75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E8B8-F348-1326-C21D-137A82F3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CCB2046-F801-A064-0980-DFA1D1D6B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904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Wat print de </a:t>
            </a:r>
            <a:r>
              <a:rPr lang="en-GB" dirty="0" err="1"/>
              <a:t>volgende</a:t>
            </a:r>
            <a:r>
              <a:rPr lang="en-GB" dirty="0"/>
              <a:t> </a:t>
            </a:r>
            <a:r>
              <a:rPr lang="en-GB" dirty="0" err="1"/>
              <a:t>functie</a:t>
            </a:r>
            <a:r>
              <a:rPr lang="en-GB" dirty="0"/>
              <a:t>?</a:t>
            </a:r>
          </a:p>
          <a:p>
            <a:pPr marL="0" indent="0">
              <a:buNone/>
            </a:pPr>
            <a:endParaRPr lang="nl-NL" dirty="0">
              <a:solidFill>
                <a:srgbClr val="116644"/>
              </a:solidFill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nl-NL" dirty="0">
                <a:solidFill>
                  <a:srgbClr val="00B050"/>
                </a:solidFill>
              </a:rPr>
              <a:t>Ja product 1 is op voorraad</a:t>
            </a:r>
            <a:endParaRPr lang="en-GB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165CA23-F18D-0ABB-F96D-78ECFACB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A604C4A-D176-1277-68B5-2A0D7D0B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D895BC2-6C09-55F5-46EA-2385BEEB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4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BB5F4E4-FD55-ECE2-2BBE-FE9C7EA4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Vraag</a:t>
            </a:r>
            <a:r>
              <a:rPr lang="en-GB" dirty="0"/>
              <a:t>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4E47E-787F-5077-E431-83D5BFC26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58" y="2558143"/>
            <a:ext cx="7407729" cy="147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6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76117-8CDD-A860-F09E-82D2A5680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A0F0E0D-AA23-9911-23DC-DBC05C42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17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Wat is het </a:t>
            </a:r>
            <a:r>
              <a:rPr lang="en-GB" dirty="0" err="1"/>
              <a:t>verschil</a:t>
            </a:r>
            <a:r>
              <a:rPr lang="en-GB" dirty="0"/>
              <a:t> </a:t>
            </a:r>
            <a:r>
              <a:rPr lang="en-GB" dirty="0" err="1"/>
              <a:t>tussen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lijst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tuple?</a:t>
            </a:r>
            <a:endParaRPr lang="nl-NL" dirty="0">
              <a:solidFill>
                <a:srgbClr val="116644"/>
              </a:solidFill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3C1EDF7-F204-89E5-4BA1-9854F3038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8A3FBE4-D7AD-572D-B2D7-438B739A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E638CA8-926D-B1EC-8AB5-8F0EE0E5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5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C3A48E1-E13D-E488-EB18-A4BB9EE3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Vraag</a:t>
            </a:r>
            <a:r>
              <a:rPr lang="en-GB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379825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D765-7FD7-4C65-485F-DEF0C086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DA1AD43-2637-CB8C-1DF1-AE0F3C14A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17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Wat is het </a:t>
            </a:r>
            <a:r>
              <a:rPr lang="en-GB" dirty="0" err="1"/>
              <a:t>verschil</a:t>
            </a:r>
            <a:r>
              <a:rPr lang="en-GB" dirty="0"/>
              <a:t> </a:t>
            </a:r>
            <a:r>
              <a:rPr lang="en-GB" dirty="0" err="1"/>
              <a:t>tussen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lijst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tuple?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err="1">
                <a:solidFill>
                  <a:srgbClr val="00B050"/>
                </a:solidFill>
              </a:rPr>
              <a:t>Lijsten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zijn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veranderbaar</a:t>
            </a:r>
            <a:r>
              <a:rPr lang="en-GB" dirty="0">
                <a:solidFill>
                  <a:srgbClr val="00B050"/>
                </a:solidFill>
              </a:rPr>
              <a:t>, tuples </a:t>
            </a:r>
            <a:r>
              <a:rPr lang="en-GB" dirty="0" err="1">
                <a:solidFill>
                  <a:srgbClr val="00B050"/>
                </a:solidFill>
              </a:rPr>
              <a:t>niet</a:t>
            </a:r>
            <a:r>
              <a:rPr lang="en-GB" dirty="0">
                <a:solidFill>
                  <a:srgbClr val="00B050"/>
                </a:solidFill>
              </a:rPr>
              <a:t>.</a:t>
            </a:r>
          </a:p>
          <a:p>
            <a:pPr marL="0" indent="0">
              <a:buNone/>
            </a:pPr>
            <a:endParaRPr lang="nl-NL" dirty="0">
              <a:solidFill>
                <a:srgbClr val="116644"/>
              </a:solidFill>
              <a:highlight>
                <a:srgbClr val="F7F7F7"/>
              </a:highlight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nl-NL" dirty="0">
              <a:solidFill>
                <a:srgbClr val="00B050"/>
              </a:solidFill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5B453A2-20E6-7AA3-3910-0B27B786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DC33500-63B5-6F04-B723-8C2C9AD9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41E0461-4CE8-6C50-B6D1-D83B6FC32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6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F270DE0-17C1-4BA0-3B57-2EEBC7B7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Vraag</a:t>
            </a:r>
            <a:r>
              <a:rPr lang="en-GB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831103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69BEAD6-AE56-844C-88A5-3466D138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C6463F7-A8FD-5F4B-90E5-B94E7914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BAAD183-6BCF-2645-B9BB-CBAB0FD2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7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F22ADAA-A962-8944-AD14-23A32838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Werkwijze</a:t>
            </a:r>
            <a:endParaRPr lang="en-GB" dirty="0"/>
          </a:p>
        </p:txBody>
      </p:sp>
      <p:pic>
        <p:nvPicPr>
          <p:cNvPr id="10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22CD06BE-3A40-7A53-99F9-31EBB2624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214" y="2127938"/>
            <a:ext cx="516141" cy="516141"/>
          </a:xfrm>
        </p:spPr>
      </p:pic>
      <p:pic>
        <p:nvPicPr>
          <p:cNvPr id="12" name="Picture 11" descr="A white table with legs&#10;&#10;Description automatically generated">
            <a:extLst>
              <a:ext uri="{FF2B5EF4-FFF2-40B4-BE49-F238E27FC236}">
                <a16:creationId xmlns:a16="http://schemas.microsoft.com/office/drawing/2014/main" id="{12A5E76E-5444-D820-BB54-B296177B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535" y="2367348"/>
            <a:ext cx="1035698" cy="1035698"/>
          </a:xfrm>
          <a:prstGeom prst="rect">
            <a:avLst/>
          </a:prstGeom>
        </p:spPr>
      </p:pic>
      <p:pic>
        <p:nvPicPr>
          <p:cNvPr id="13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B4460C7A-4DB3-D4BA-1797-FCC1133B6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84" y="2785936"/>
            <a:ext cx="516141" cy="516141"/>
          </a:xfrm>
          <a:prstGeom prst="rect">
            <a:avLst/>
          </a:prstGeom>
        </p:spPr>
      </p:pic>
      <p:pic>
        <p:nvPicPr>
          <p:cNvPr id="14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5C270A01-1521-C20D-B5FF-F01B6F666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08" y="2022267"/>
            <a:ext cx="516141" cy="516141"/>
          </a:xfrm>
          <a:prstGeom prst="rect">
            <a:avLst/>
          </a:prstGeom>
        </p:spPr>
      </p:pic>
      <p:pic>
        <p:nvPicPr>
          <p:cNvPr id="15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3FF4B594-66F9-3475-9718-DEC9EBD36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07" y="2644079"/>
            <a:ext cx="516141" cy="516141"/>
          </a:xfrm>
          <a:prstGeom prst="rect">
            <a:avLst/>
          </a:prstGeom>
        </p:spPr>
      </p:pic>
      <p:pic>
        <p:nvPicPr>
          <p:cNvPr id="18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A42F5519-A04E-7021-7BCF-71D56E45D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981" y="1337441"/>
            <a:ext cx="516141" cy="516141"/>
          </a:xfrm>
          <a:prstGeom prst="rect">
            <a:avLst/>
          </a:prstGeom>
        </p:spPr>
      </p:pic>
      <p:pic>
        <p:nvPicPr>
          <p:cNvPr id="19" name="Picture 18" descr="A white table with legs&#10;&#10;Description automatically generated">
            <a:extLst>
              <a:ext uri="{FF2B5EF4-FFF2-40B4-BE49-F238E27FC236}">
                <a16:creationId xmlns:a16="http://schemas.microsoft.com/office/drawing/2014/main" id="{DA29E38B-D377-79AC-96E3-9A55AAB05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302" y="1576851"/>
            <a:ext cx="1035698" cy="1035698"/>
          </a:xfrm>
          <a:prstGeom prst="rect">
            <a:avLst/>
          </a:prstGeom>
        </p:spPr>
      </p:pic>
      <p:pic>
        <p:nvPicPr>
          <p:cNvPr id="20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5A05342A-BCE2-FAF5-12C9-3DC563906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651" y="1995439"/>
            <a:ext cx="516141" cy="516141"/>
          </a:xfrm>
          <a:prstGeom prst="rect">
            <a:avLst/>
          </a:prstGeom>
        </p:spPr>
      </p:pic>
      <p:pic>
        <p:nvPicPr>
          <p:cNvPr id="21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03F67A37-5F1B-08E1-1A94-54EB2D850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275" y="1231770"/>
            <a:ext cx="516141" cy="516141"/>
          </a:xfrm>
          <a:prstGeom prst="rect">
            <a:avLst/>
          </a:prstGeom>
        </p:spPr>
      </p:pic>
      <p:pic>
        <p:nvPicPr>
          <p:cNvPr id="22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C5AEA9EF-CFF0-68D7-1882-C71FC3332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274" y="1853582"/>
            <a:ext cx="516141" cy="516141"/>
          </a:xfrm>
          <a:prstGeom prst="rect">
            <a:avLst/>
          </a:prstGeom>
        </p:spPr>
      </p:pic>
      <p:pic>
        <p:nvPicPr>
          <p:cNvPr id="23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90B7AC3A-42DE-A5A9-9BA6-345E99EFE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079" y="3036801"/>
            <a:ext cx="516141" cy="516141"/>
          </a:xfrm>
          <a:prstGeom prst="rect">
            <a:avLst/>
          </a:prstGeom>
        </p:spPr>
      </p:pic>
      <p:pic>
        <p:nvPicPr>
          <p:cNvPr id="24" name="Picture 23" descr="A white table with legs&#10;&#10;Description automatically generated">
            <a:extLst>
              <a:ext uri="{FF2B5EF4-FFF2-40B4-BE49-F238E27FC236}">
                <a16:creationId xmlns:a16="http://schemas.microsoft.com/office/drawing/2014/main" id="{FBD0B996-5F39-3497-2909-CD1F0F9FE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3276211"/>
            <a:ext cx="1035698" cy="1035698"/>
          </a:xfrm>
          <a:prstGeom prst="rect">
            <a:avLst/>
          </a:prstGeom>
        </p:spPr>
      </p:pic>
      <p:pic>
        <p:nvPicPr>
          <p:cNvPr id="25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163201B4-956A-B7A5-45CB-18F20D835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749" y="3694799"/>
            <a:ext cx="516141" cy="516141"/>
          </a:xfrm>
          <a:prstGeom prst="rect">
            <a:avLst/>
          </a:prstGeom>
        </p:spPr>
      </p:pic>
      <p:pic>
        <p:nvPicPr>
          <p:cNvPr id="26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ED611465-C038-651D-6FD4-D63FC04F1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73" y="2931130"/>
            <a:ext cx="516141" cy="516141"/>
          </a:xfrm>
          <a:prstGeom prst="rect">
            <a:avLst/>
          </a:prstGeom>
        </p:spPr>
      </p:pic>
      <p:pic>
        <p:nvPicPr>
          <p:cNvPr id="27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B26B1C3A-BDC6-8767-1F58-A08770BC9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72" y="3552942"/>
            <a:ext cx="516141" cy="516141"/>
          </a:xfrm>
          <a:prstGeom prst="rect">
            <a:avLst/>
          </a:prstGeom>
        </p:spPr>
      </p:pic>
      <p:pic>
        <p:nvPicPr>
          <p:cNvPr id="28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D3139E00-ABC2-DFD9-F971-ADCD879A2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962" y="4108255"/>
            <a:ext cx="516141" cy="516141"/>
          </a:xfrm>
          <a:prstGeom prst="rect">
            <a:avLst/>
          </a:prstGeom>
        </p:spPr>
      </p:pic>
      <p:pic>
        <p:nvPicPr>
          <p:cNvPr id="29" name="Picture 28" descr="A white table with legs&#10;&#10;Description automatically generated">
            <a:extLst>
              <a:ext uri="{FF2B5EF4-FFF2-40B4-BE49-F238E27FC236}">
                <a16:creationId xmlns:a16="http://schemas.microsoft.com/office/drawing/2014/main" id="{380D25C6-7D92-F1E0-9230-8E60C3DB6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283" y="4347665"/>
            <a:ext cx="1035698" cy="1035698"/>
          </a:xfrm>
          <a:prstGeom prst="rect">
            <a:avLst/>
          </a:prstGeom>
        </p:spPr>
      </p:pic>
      <p:pic>
        <p:nvPicPr>
          <p:cNvPr id="30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62D0261F-7806-85AB-323E-C691D25CC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632" y="4766253"/>
            <a:ext cx="516141" cy="516141"/>
          </a:xfrm>
          <a:prstGeom prst="rect">
            <a:avLst/>
          </a:prstGeom>
        </p:spPr>
      </p:pic>
      <p:pic>
        <p:nvPicPr>
          <p:cNvPr id="31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01B6358F-F07D-12C1-34FE-9CE9255C4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256" y="4002584"/>
            <a:ext cx="516141" cy="516141"/>
          </a:xfrm>
          <a:prstGeom prst="rect">
            <a:avLst/>
          </a:prstGeom>
        </p:spPr>
      </p:pic>
      <p:pic>
        <p:nvPicPr>
          <p:cNvPr id="32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1968CE62-B297-C9D2-50D7-FA273B279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255" y="4624396"/>
            <a:ext cx="516141" cy="516141"/>
          </a:xfrm>
          <a:prstGeom prst="rect">
            <a:avLst/>
          </a:prstGeom>
        </p:spPr>
      </p:pic>
      <p:pic>
        <p:nvPicPr>
          <p:cNvPr id="33" name="Picture 32" descr="A white screen with a black background&#10;&#10;Description automatically generated">
            <a:extLst>
              <a:ext uri="{FF2B5EF4-FFF2-40B4-BE49-F238E27FC236}">
                <a16:creationId xmlns:a16="http://schemas.microsoft.com/office/drawing/2014/main" id="{FBE57D8E-16A1-4420-784F-D79D65062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979" y="380264"/>
            <a:ext cx="2438095" cy="2438095"/>
          </a:xfrm>
          <a:prstGeom prst="rect">
            <a:avLst/>
          </a:prstGeom>
        </p:spPr>
      </p:pic>
      <p:pic>
        <p:nvPicPr>
          <p:cNvPr id="34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B8EEBA36-44EF-18DE-8425-971B5F1F8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529" y="1709238"/>
            <a:ext cx="516141" cy="516141"/>
          </a:xfrm>
          <a:prstGeom prst="rect">
            <a:avLst/>
          </a:prstGeom>
        </p:spPr>
      </p:pic>
      <p:pic>
        <p:nvPicPr>
          <p:cNvPr id="6" name="Picture 5" descr="A white question mark on a black background&#10;&#10;Description automatically generated">
            <a:extLst>
              <a:ext uri="{FF2B5EF4-FFF2-40B4-BE49-F238E27FC236}">
                <a16:creationId xmlns:a16="http://schemas.microsoft.com/office/drawing/2014/main" id="{273F6798-ACDA-5AA7-7276-8A954DE55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6256" y="1148975"/>
            <a:ext cx="675941" cy="67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53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69BEAD6-AE56-844C-88A5-3466D138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C6463F7-A8FD-5F4B-90E5-B94E7914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BAAD183-6BCF-2645-B9BB-CBAB0FD2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8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F22ADAA-A962-8944-AD14-23A32838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Werkwijze</a:t>
            </a:r>
            <a:endParaRPr lang="en-GB" dirty="0"/>
          </a:p>
        </p:txBody>
      </p:sp>
      <p:pic>
        <p:nvPicPr>
          <p:cNvPr id="10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22CD06BE-3A40-7A53-99F9-31EBB2624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214" y="2127938"/>
            <a:ext cx="516141" cy="516141"/>
          </a:xfrm>
        </p:spPr>
      </p:pic>
      <p:pic>
        <p:nvPicPr>
          <p:cNvPr id="12" name="Picture 11" descr="A white table with legs&#10;&#10;Description automatically generated">
            <a:extLst>
              <a:ext uri="{FF2B5EF4-FFF2-40B4-BE49-F238E27FC236}">
                <a16:creationId xmlns:a16="http://schemas.microsoft.com/office/drawing/2014/main" id="{12A5E76E-5444-D820-BB54-B296177B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535" y="2367348"/>
            <a:ext cx="1035698" cy="1035698"/>
          </a:xfrm>
          <a:prstGeom prst="rect">
            <a:avLst/>
          </a:prstGeom>
        </p:spPr>
      </p:pic>
      <p:pic>
        <p:nvPicPr>
          <p:cNvPr id="13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B4460C7A-4DB3-D4BA-1797-FCC1133B6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84" y="2785936"/>
            <a:ext cx="516141" cy="516141"/>
          </a:xfrm>
          <a:prstGeom prst="rect">
            <a:avLst/>
          </a:prstGeom>
        </p:spPr>
      </p:pic>
      <p:pic>
        <p:nvPicPr>
          <p:cNvPr id="14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5C270A01-1521-C20D-B5FF-F01B6F666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08" y="2022267"/>
            <a:ext cx="516141" cy="516141"/>
          </a:xfrm>
          <a:prstGeom prst="rect">
            <a:avLst/>
          </a:prstGeom>
        </p:spPr>
      </p:pic>
      <p:pic>
        <p:nvPicPr>
          <p:cNvPr id="15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3FF4B594-66F9-3475-9718-DEC9EBD36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07" y="2644079"/>
            <a:ext cx="516141" cy="516141"/>
          </a:xfrm>
          <a:prstGeom prst="rect">
            <a:avLst/>
          </a:prstGeom>
        </p:spPr>
      </p:pic>
      <p:pic>
        <p:nvPicPr>
          <p:cNvPr id="17" name="Picture 16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ABA1EA0F-7265-AEA8-1B72-15F2A7BF9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300" y="2421327"/>
            <a:ext cx="180506" cy="180506"/>
          </a:xfrm>
          <a:prstGeom prst="rect">
            <a:avLst/>
          </a:prstGeom>
        </p:spPr>
      </p:pic>
      <p:pic>
        <p:nvPicPr>
          <p:cNvPr id="18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A42F5519-A04E-7021-7BCF-71D56E45D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981" y="1337441"/>
            <a:ext cx="516141" cy="516141"/>
          </a:xfrm>
          <a:prstGeom prst="rect">
            <a:avLst/>
          </a:prstGeom>
        </p:spPr>
      </p:pic>
      <p:pic>
        <p:nvPicPr>
          <p:cNvPr id="19" name="Picture 18" descr="A white table with legs&#10;&#10;Description automatically generated">
            <a:extLst>
              <a:ext uri="{FF2B5EF4-FFF2-40B4-BE49-F238E27FC236}">
                <a16:creationId xmlns:a16="http://schemas.microsoft.com/office/drawing/2014/main" id="{DA29E38B-D377-79AC-96E3-9A55AAB05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302" y="1576851"/>
            <a:ext cx="1035698" cy="1035698"/>
          </a:xfrm>
          <a:prstGeom prst="rect">
            <a:avLst/>
          </a:prstGeom>
        </p:spPr>
      </p:pic>
      <p:pic>
        <p:nvPicPr>
          <p:cNvPr id="20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5A05342A-BCE2-FAF5-12C9-3DC563906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651" y="1995439"/>
            <a:ext cx="516141" cy="516141"/>
          </a:xfrm>
          <a:prstGeom prst="rect">
            <a:avLst/>
          </a:prstGeom>
        </p:spPr>
      </p:pic>
      <p:pic>
        <p:nvPicPr>
          <p:cNvPr id="21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03F67A37-5F1B-08E1-1A94-54EB2D850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275" y="1231770"/>
            <a:ext cx="516141" cy="516141"/>
          </a:xfrm>
          <a:prstGeom prst="rect">
            <a:avLst/>
          </a:prstGeom>
        </p:spPr>
      </p:pic>
      <p:pic>
        <p:nvPicPr>
          <p:cNvPr id="22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C5AEA9EF-CFF0-68D7-1882-C71FC3332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274" y="1853582"/>
            <a:ext cx="516141" cy="516141"/>
          </a:xfrm>
          <a:prstGeom prst="rect">
            <a:avLst/>
          </a:prstGeom>
        </p:spPr>
      </p:pic>
      <p:pic>
        <p:nvPicPr>
          <p:cNvPr id="23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90B7AC3A-42DE-A5A9-9BA6-345E99EFE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079" y="3036801"/>
            <a:ext cx="516141" cy="516141"/>
          </a:xfrm>
          <a:prstGeom prst="rect">
            <a:avLst/>
          </a:prstGeom>
        </p:spPr>
      </p:pic>
      <p:pic>
        <p:nvPicPr>
          <p:cNvPr id="24" name="Picture 23" descr="A white table with legs&#10;&#10;Description automatically generated">
            <a:extLst>
              <a:ext uri="{FF2B5EF4-FFF2-40B4-BE49-F238E27FC236}">
                <a16:creationId xmlns:a16="http://schemas.microsoft.com/office/drawing/2014/main" id="{FBD0B996-5F39-3497-2909-CD1F0F9FE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3276211"/>
            <a:ext cx="1035698" cy="1035698"/>
          </a:xfrm>
          <a:prstGeom prst="rect">
            <a:avLst/>
          </a:prstGeom>
        </p:spPr>
      </p:pic>
      <p:pic>
        <p:nvPicPr>
          <p:cNvPr id="25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163201B4-956A-B7A5-45CB-18F20D835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749" y="3694799"/>
            <a:ext cx="516141" cy="516141"/>
          </a:xfrm>
          <a:prstGeom prst="rect">
            <a:avLst/>
          </a:prstGeom>
        </p:spPr>
      </p:pic>
      <p:pic>
        <p:nvPicPr>
          <p:cNvPr id="26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ED611465-C038-651D-6FD4-D63FC04F1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73" y="2931130"/>
            <a:ext cx="516141" cy="516141"/>
          </a:xfrm>
          <a:prstGeom prst="rect">
            <a:avLst/>
          </a:prstGeom>
        </p:spPr>
      </p:pic>
      <p:pic>
        <p:nvPicPr>
          <p:cNvPr id="27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B26B1C3A-BDC6-8767-1F58-A08770BC9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72" y="3552942"/>
            <a:ext cx="516141" cy="516141"/>
          </a:xfrm>
          <a:prstGeom prst="rect">
            <a:avLst/>
          </a:prstGeom>
        </p:spPr>
      </p:pic>
      <p:pic>
        <p:nvPicPr>
          <p:cNvPr id="28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D3139E00-ABC2-DFD9-F971-ADCD879A2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962" y="4108255"/>
            <a:ext cx="516141" cy="516141"/>
          </a:xfrm>
          <a:prstGeom prst="rect">
            <a:avLst/>
          </a:prstGeom>
        </p:spPr>
      </p:pic>
      <p:pic>
        <p:nvPicPr>
          <p:cNvPr id="29" name="Picture 28" descr="A white table with legs&#10;&#10;Description automatically generated">
            <a:extLst>
              <a:ext uri="{FF2B5EF4-FFF2-40B4-BE49-F238E27FC236}">
                <a16:creationId xmlns:a16="http://schemas.microsoft.com/office/drawing/2014/main" id="{380D25C6-7D92-F1E0-9230-8E60C3DB6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283" y="4347665"/>
            <a:ext cx="1035698" cy="1035698"/>
          </a:xfrm>
          <a:prstGeom prst="rect">
            <a:avLst/>
          </a:prstGeom>
        </p:spPr>
      </p:pic>
      <p:pic>
        <p:nvPicPr>
          <p:cNvPr id="30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62D0261F-7806-85AB-323E-C691D25CC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632" y="4766253"/>
            <a:ext cx="516141" cy="516141"/>
          </a:xfrm>
          <a:prstGeom prst="rect">
            <a:avLst/>
          </a:prstGeom>
        </p:spPr>
      </p:pic>
      <p:pic>
        <p:nvPicPr>
          <p:cNvPr id="31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01B6358F-F07D-12C1-34FE-9CE9255C4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256" y="4002584"/>
            <a:ext cx="516141" cy="516141"/>
          </a:xfrm>
          <a:prstGeom prst="rect">
            <a:avLst/>
          </a:prstGeom>
        </p:spPr>
      </p:pic>
      <p:pic>
        <p:nvPicPr>
          <p:cNvPr id="32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1968CE62-B297-C9D2-50D7-FA273B279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255" y="4624396"/>
            <a:ext cx="516141" cy="516141"/>
          </a:xfrm>
          <a:prstGeom prst="rect">
            <a:avLst/>
          </a:prstGeom>
        </p:spPr>
      </p:pic>
      <p:pic>
        <p:nvPicPr>
          <p:cNvPr id="6" name="Picture 5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F54CCF78-5617-E444-E2F9-0C11645D6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204" y="2545789"/>
            <a:ext cx="180506" cy="180506"/>
          </a:xfrm>
          <a:prstGeom prst="rect">
            <a:avLst/>
          </a:prstGeom>
        </p:spPr>
      </p:pic>
      <p:pic>
        <p:nvPicPr>
          <p:cNvPr id="7" name="Picture 6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184B233E-7D4F-8F7C-2718-367D6C2CA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103" y="4428472"/>
            <a:ext cx="180506" cy="180506"/>
          </a:xfrm>
          <a:prstGeom prst="rect">
            <a:avLst/>
          </a:prstGeom>
        </p:spPr>
      </p:pic>
      <p:pic>
        <p:nvPicPr>
          <p:cNvPr id="8" name="Picture 7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447A6731-EAD1-81FF-83E3-B7AB4D874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731" y="4554239"/>
            <a:ext cx="180506" cy="180506"/>
          </a:xfrm>
          <a:prstGeom prst="rect">
            <a:avLst/>
          </a:prstGeom>
        </p:spPr>
      </p:pic>
      <p:pic>
        <p:nvPicPr>
          <p:cNvPr id="9" name="Picture 8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F65D2F57-ED09-C2AE-31DB-5232973AE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788" y="1880859"/>
            <a:ext cx="180506" cy="180506"/>
          </a:xfrm>
          <a:prstGeom prst="rect">
            <a:avLst/>
          </a:prstGeom>
        </p:spPr>
      </p:pic>
      <p:pic>
        <p:nvPicPr>
          <p:cNvPr id="11" name="Picture 10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5F3D3C4B-65BA-3576-9A7F-EDD820BF9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378" y="1690688"/>
            <a:ext cx="180506" cy="180506"/>
          </a:xfrm>
          <a:prstGeom prst="rect">
            <a:avLst/>
          </a:prstGeom>
        </p:spPr>
      </p:pic>
      <p:pic>
        <p:nvPicPr>
          <p:cNvPr id="16" name="Picture 15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0384E152-5A6D-EA76-C9C8-842D28C27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220" y="3326684"/>
            <a:ext cx="180506" cy="180506"/>
          </a:xfrm>
          <a:prstGeom prst="rect">
            <a:avLst/>
          </a:prstGeom>
        </p:spPr>
      </p:pic>
      <p:pic>
        <p:nvPicPr>
          <p:cNvPr id="33" name="Picture 32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2E468236-D9FB-B069-9361-88594A6EE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9377" y="3462689"/>
            <a:ext cx="180506" cy="180506"/>
          </a:xfrm>
          <a:prstGeom prst="rect">
            <a:avLst/>
          </a:prstGeom>
        </p:spPr>
      </p:pic>
      <p:pic>
        <p:nvPicPr>
          <p:cNvPr id="34" name="Picture 33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D8050459-3FC2-691B-A8BF-CAD5DCE17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653" y="3541754"/>
            <a:ext cx="180506" cy="180506"/>
          </a:xfrm>
          <a:prstGeom prst="rect">
            <a:avLst/>
          </a:prstGeom>
        </p:spPr>
      </p:pic>
      <p:pic>
        <p:nvPicPr>
          <p:cNvPr id="36" name="Picture 35" descr="A white screen with a black background&#10;&#10;Description automatically generated">
            <a:extLst>
              <a:ext uri="{FF2B5EF4-FFF2-40B4-BE49-F238E27FC236}">
                <a16:creationId xmlns:a16="http://schemas.microsoft.com/office/drawing/2014/main" id="{15F88E27-895B-8C1F-9D97-DD6713211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979" y="380264"/>
            <a:ext cx="2438095" cy="2438095"/>
          </a:xfrm>
          <a:prstGeom prst="rect">
            <a:avLst/>
          </a:prstGeom>
        </p:spPr>
      </p:pic>
      <p:pic>
        <p:nvPicPr>
          <p:cNvPr id="37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D5702488-4DE2-075A-5B26-10132451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529" y="1709238"/>
            <a:ext cx="516141" cy="51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836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2A6DD-F37B-2E89-2653-77EB5CC8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8E56CFA-11ED-0242-7C15-D5D578D9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8F01E00-0391-FD84-8958-41AD0986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54359C0-1863-9A95-3D39-1DC6A6F1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9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047C440-4D3A-7213-6A6E-A82F6AE9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Werkwijze</a:t>
            </a:r>
            <a:endParaRPr lang="en-GB" dirty="0"/>
          </a:p>
        </p:txBody>
      </p:sp>
      <p:pic>
        <p:nvPicPr>
          <p:cNvPr id="10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38646510-4EE7-3761-645E-F40B0AA276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5214" y="2127938"/>
            <a:ext cx="516141" cy="516141"/>
          </a:xfrm>
        </p:spPr>
      </p:pic>
      <p:pic>
        <p:nvPicPr>
          <p:cNvPr id="12" name="Picture 11" descr="A white table with legs&#10;&#10;Description automatically generated">
            <a:extLst>
              <a:ext uri="{FF2B5EF4-FFF2-40B4-BE49-F238E27FC236}">
                <a16:creationId xmlns:a16="http://schemas.microsoft.com/office/drawing/2014/main" id="{FC67ADE5-B54C-6B6C-E276-321BD05B8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535" y="2367348"/>
            <a:ext cx="1035698" cy="1035698"/>
          </a:xfrm>
          <a:prstGeom prst="rect">
            <a:avLst/>
          </a:prstGeom>
        </p:spPr>
      </p:pic>
      <p:pic>
        <p:nvPicPr>
          <p:cNvPr id="13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1E08065A-B4DA-E9EA-3B24-BF5AFB5BB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84" y="2785936"/>
            <a:ext cx="516141" cy="516141"/>
          </a:xfrm>
          <a:prstGeom prst="rect">
            <a:avLst/>
          </a:prstGeom>
        </p:spPr>
      </p:pic>
      <p:pic>
        <p:nvPicPr>
          <p:cNvPr id="14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DFBF8B2E-81E3-4386-84EE-099FE0501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08" y="2022267"/>
            <a:ext cx="516141" cy="516141"/>
          </a:xfrm>
          <a:prstGeom prst="rect">
            <a:avLst/>
          </a:prstGeom>
        </p:spPr>
      </p:pic>
      <p:pic>
        <p:nvPicPr>
          <p:cNvPr id="15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FC488867-6C3C-727B-F47D-BE4BC730C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07" y="2644079"/>
            <a:ext cx="516141" cy="516141"/>
          </a:xfrm>
          <a:prstGeom prst="rect">
            <a:avLst/>
          </a:prstGeom>
        </p:spPr>
      </p:pic>
      <p:pic>
        <p:nvPicPr>
          <p:cNvPr id="17" name="Picture 16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39CAA73A-B77F-A0C4-D1D1-7F76AC2BB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300" y="2421327"/>
            <a:ext cx="180506" cy="180506"/>
          </a:xfrm>
          <a:prstGeom prst="rect">
            <a:avLst/>
          </a:prstGeom>
        </p:spPr>
      </p:pic>
      <p:pic>
        <p:nvPicPr>
          <p:cNvPr id="18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691DC06F-2D2E-489F-84B2-27D720352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981" y="1337441"/>
            <a:ext cx="516141" cy="516141"/>
          </a:xfrm>
          <a:prstGeom prst="rect">
            <a:avLst/>
          </a:prstGeom>
        </p:spPr>
      </p:pic>
      <p:pic>
        <p:nvPicPr>
          <p:cNvPr id="19" name="Picture 18" descr="A white table with legs&#10;&#10;Description automatically generated">
            <a:extLst>
              <a:ext uri="{FF2B5EF4-FFF2-40B4-BE49-F238E27FC236}">
                <a16:creationId xmlns:a16="http://schemas.microsoft.com/office/drawing/2014/main" id="{92FE1E18-6C95-7A4B-C962-08B08576F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302" y="1576851"/>
            <a:ext cx="1035698" cy="1035698"/>
          </a:xfrm>
          <a:prstGeom prst="rect">
            <a:avLst/>
          </a:prstGeom>
        </p:spPr>
      </p:pic>
      <p:pic>
        <p:nvPicPr>
          <p:cNvPr id="20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6243CCC6-A038-CBD0-A879-5E232E9D6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651" y="1995439"/>
            <a:ext cx="516141" cy="516141"/>
          </a:xfrm>
          <a:prstGeom prst="rect">
            <a:avLst/>
          </a:prstGeom>
        </p:spPr>
      </p:pic>
      <p:pic>
        <p:nvPicPr>
          <p:cNvPr id="21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F522A70D-7B0C-BD75-071A-AEA370A17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275" y="1231770"/>
            <a:ext cx="516141" cy="516141"/>
          </a:xfrm>
          <a:prstGeom prst="rect">
            <a:avLst/>
          </a:prstGeom>
        </p:spPr>
      </p:pic>
      <p:pic>
        <p:nvPicPr>
          <p:cNvPr id="22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5C06B3F2-9112-1F00-B852-EDB13D30D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274" y="1853582"/>
            <a:ext cx="516141" cy="516141"/>
          </a:xfrm>
          <a:prstGeom prst="rect">
            <a:avLst/>
          </a:prstGeom>
        </p:spPr>
      </p:pic>
      <p:pic>
        <p:nvPicPr>
          <p:cNvPr id="23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4DE81DD0-B13A-B2BB-64A5-844A95DF0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079" y="3036801"/>
            <a:ext cx="516141" cy="516141"/>
          </a:xfrm>
          <a:prstGeom prst="rect">
            <a:avLst/>
          </a:prstGeom>
        </p:spPr>
      </p:pic>
      <p:pic>
        <p:nvPicPr>
          <p:cNvPr id="24" name="Picture 23" descr="A white table with legs&#10;&#10;Description automatically generated">
            <a:extLst>
              <a:ext uri="{FF2B5EF4-FFF2-40B4-BE49-F238E27FC236}">
                <a16:creationId xmlns:a16="http://schemas.microsoft.com/office/drawing/2014/main" id="{0F2BB15A-3D15-6DF8-F781-BD9470E17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3276211"/>
            <a:ext cx="1035698" cy="1035698"/>
          </a:xfrm>
          <a:prstGeom prst="rect">
            <a:avLst/>
          </a:prstGeom>
        </p:spPr>
      </p:pic>
      <p:pic>
        <p:nvPicPr>
          <p:cNvPr id="25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AAE64FA3-9888-D1F7-EFC4-507FBF7C2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749" y="3694799"/>
            <a:ext cx="516141" cy="516141"/>
          </a:xfrm>
          <a:prstGeom prst="rect">
            <a:avLst/>
          </a:prstGeom>
        </p:spPr>
      </p:pic>
      <p:pic>
        <p:nvPicPr>
          <p:cNvPr id="26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2FA98432-7002-EC0A-CF70-9A74457D1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73" y="2931130"/>
            <a:ext cx="516141" cy="516141"/>
          </a:xfrm>
          <a:prstGeom prst="rect">
            <a:avLst/>
          </a:prstGeom>
        </p:spPr>
      </p:pic>
      <p:pic>
        <p:nvPicPr>
          <p:cNvPr id="27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4CB400D9-2B06-E6C8-ABCD-23F50516F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72" y="3552942"/>
            <a:ext cx="516141" cy="516141"/>
          </a:xfrm>
          <a:prstGeom prst="rect">
            <a:avLst/>
          </a:prstGeom>
        </p:spPr>
      </p:pic>
      <p:pic>
        <p:nvPicPr>
          <p:cNvPr id="28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A9BE9B02-5D85-8A6B-1FC6-842F64088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962" y="4108255"/>
            <a:ext cx="516141" cy="516141"/>
          </a:xfrm>
          <a:prstGeom prst="rect">
            <a:avLst/>
          </a:prstGeom>
        </p:spPr>
      </p:pic>
      <p:pic>
        <p:nvPicPr>
          <p:cNvPr id="29" name="Picture 28" descr="A white table with legs&#10;&#10;Description automatically generated">
            <a:extLst>
              <a:ext uri="{FF2B5EF4-FFF2-40B4-BE49-F238E27FC236}">
                <a16:creationId xmlns:a16="http://schemas.microsoft.com/office/drawing/2014/main" id="{6A231D30-82D5-78F5-61DE-7D2EC0BC9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283" y="4347665"/>
            <a:ext cx="1035698" cy="1035698"/>
          </a:xfrm>
          <a:prstGeom prst="rect">
            <a:avLst/>
          </a:prstGeom>
        </p:spPr>
      </p:pic>
      <p:pic>
        <p:nvPicPr>
          <p:cNvPr id="30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ABEDD7C1-E86D-885E-973F-442F3C6E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632" y="4766253"/>
            <a:ext cx="516141" cy="516141"/>
          </a:xfrm>
          <a:prstGeom prst="rect">
            <a:avLst/>
          </a:prstGeom>
        </p:spPr>
      </p:pic>
      <p:pic>
        <p:nvPicPr>
          <p:cNvPr id="31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E111F915-49E1-AD18-1DFF-6A8454FC4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256" y="4002584"/>
            <a:ext cx="516141" cy="516141"/>
          </a:xfrm>
          <a:prstGeom prst="rect">
            <a:avLst/>
          </a:prstGeom>
        </p:spPr>
      </p:pic>
      <p:pic>
        <p:nvPicPr>
          <p:cNvPr id="32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A2B34762-2F8F-8FD9-62C9-699BCD5D9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255" y="4624396"/>
            <a:ext cx="516141" cy="516141"/>
          </a:xfrm>
          <a:prstGeom prst="rect">
            <a:avLst/>
          </a:prstGeom>
        </p:spPr>
      </p:pic>
      <p:pic>
        <p:nvPicPr>
          <p:cNvPr id="6" name="Picture 5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814DC2CA-0058-83C9-2184-EA528C9E2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204" y="2545789"/>
            <a:ext cx="180506" cy="180506"/>
          </a:xfrm>
          <a:prstGeom prst="rect">
            <a:avLst/>
          </a:prstGeom>
        </p:spPr>
      </p:pic>
      <p:pic>
        <p:nvPicPr>
          <p:cNvPr id="7" name="Picture 6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9D30ABC3-B623-762F-BC22-CFEDD3957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103" y="4428472"/>
            <a:ext cx="180506" cy="180506"/>
          </a:xfrm>
          <a:prstGeom prst="rect">
            <a:avLst/>
          </a:prstGeom>
        </p:spPr>
      </p:pic>
      <p:pic>
        <p:nvPicPr>
          <p:cNvPr id="8" name="Picture 7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5A441414-33BA-9821-055A-C247E3BA1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731" y="4554239"/>
            <a:ext cx="180506" cy="180506"/>
          </a:xfrm>
          <a:prstGeom prst="rect">
            <a:avLst/>
          </a:prstGeom>
        </p:spPr>
      </p:pic>
      <p:pic>
        <p:nvPicPr>
          <p:cNvPr id="9" name="Picture 8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D41D0BEC-D11D-83E9-3865-F0D11F09B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788" y="1880859"/>
            <a:ext cx="180506" cy="180506"/>
          </a:xfrm>
          <a:prstGeom prst="rect">
            <a:avLst/>
          </a:prstGeom>
        </p:spPr>
      </p:pic>
      <p:pic>
        <p:nvPicPr>
          <p:cNvPr id="11" name="Picture 10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7167D22F-7401-A968-70E3-24108E3C9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378" y="1690688"/>
            <a:ext cx="180506" cy="180506"/>
          </a:xfrm>
          <a:prstGeom prst="rect">
            <a:avLst/>
          </a:prstGeom>
        </p:spPr>
      </p:pic>
      <p:pic>
        <p:nvPicPr>
          <p:cNvPr id="16" name="Picture 15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80727FE0-D01F-5816-65E0-843F36041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220" y="3326684"/>
            <a:ext cx="180506" cy="180506"/>
          </a:xfrm>
          <a:prstGeom prst="rect">
            <a:avLst/>
          </a:prstGeom>
        </p:spPr>
      </p:pic>
      <p:pic>
        <p:nvPicPr>
          <p:cNvPr id="33" name="Picture 32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6CF8496E-96B8-8BB7-825A-FFC4B35DE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9377" y="3462689"/>
            <a:ext cx="180506" cy="180506"/>
          </a:xfrm>
          <a:prstGeom prst="rect">
            <a:avLst/>
          </a:prstGeom>
        </p:spPr>
      </p:pic>
      <p:pic>
        <p:nvPicPr>
          <p:cNvPr id="34" name="Picture 33" descr="A yellow square with black corner&#10;&#10;Description automatically generated">
            <a:extLst>
              <a:ext uri="{FF2B5EF4-FFF2-40B4-BE49-F238E27FC236}">
                <a16:creationId xmlns:a16="http://schemas.microsoft.com/office/drawing/2014/main" id="{C9B02747-A449-E245-137F-E464F7964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653" y="3541754"/>
            <a:ext cx="180506" cy="180506"/>
          </a:xfrm>
          <a:prstGeom prst="rect">
            <a:avLst/>
          </a:prstGeom>
        </p:spPr>
      </p:pic>
      <p:pic>
        <p:nvPicPr>
          <p:cNvPr id="36" name="Picture 35" descr="A white screen with a black background&#10;&#10;Description automatically generated">
            <a:extLst>
              <a:ext uri="{FF2B5EF4-FFF2-40B4-BE49-F238E27FC236}">
                <a16:creationId xmlns:a16="http://schemas.microsoft.com/office/drawing/2014/main" id="{36EE5BA2-F9F3-F16E-E873-1ECF86B1B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3979" y="380264"/>
            <a:ext cx="2438095" cy="2438095"/>
          </a:xfrm>
          <a:prstGeom prst="rect">
            <a:avLst/>
          </a:prstGeom>
        </p:spPr>
      </p:pic>
      <p:pic>
        <p:nvPicPr>
          <p:cNvPr id="37" name="Content Placeholder 9" descr="A orange person icon on a black background&#10;&#10;Description automatically generated">
            <a:extLst>
              <a:ext uri="{FF2B5EF4-FFF2-40B4-BE49-F238E27FC236}">
                <a16:creationId xmlns:a16="http://schemas.microsoft.com/office/drawing/2014/main" id="{47F8D0E8-C2EC-2E87-CDE0-7BB263B79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529" y="1709238"/>
            <a:ext cx="516141" cy="516141"/>
          </a:xfrm>
          <a:prstGeom prst="rect">
            <a:avLst/>
          </a:prstGeom>
        </p:spPr>
      </p:pic>
      <p:pic>
        <p:nvPicPr>
          <p:cNvPr id="38" name="Picture 37" descr="A white line drawing of a question mark and speech bubbles&#10;&#10;Description automatically generated">
            <a:extLst>
              <a:ext uri="{FF2B5EF4-FFF2-40B4-BE49-F238E27FC236}">
                <a16:creationId xmlns:a16="http://schemas.microsoft.com/office/drawing/2014/main" id="{04C7B81C-DB99-47F3-67E1-CCD29133C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1142" y="997091"/>
            <a:ext cx="883768" cy="88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64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C2328-1AD4-4344-BCDD-2A99F773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77FEA13E-B7FC-8747-7CB8-DCF17732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5FB1A63-D3A8-9A54-21A1-0BD395F6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AF0352A-C015-B9AC-E77E-582633F35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10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64CD106-EF8E-96B5-3943-D01B64E7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 </a:t>
            </a:r>
            <a:r>
              <a:rPr lang="en-GB" dirty="0" err="1"/>
              <a:t>eindopdracht</a:t>
            </a:r>
            <a:r>
              <a:rPr lang="en-GB" dirty="0"/>
              <a:t> - </a:t>
            </a:r>
            <a:r>
              <a:rPr lang="en-GB" dirty="0" err="1"/>
              <a:t>visualisaties</a:t>
            </a:r>
            <a:endParaRPr lang="en-GB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2A219E2-9BB3-FA29-2CB8-196438352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0734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Zoek je </a:t>
            </a:r>
            <a:r>
              <a:rPr lang="en-GB" dirty="0" err="1"/>
              <a:t>groepsgenoten</a:t>
            </a:r>
            <a:r>
              <a:rPr lang="en-GB" dirty="0"/>
              <a:t> op.</a:t>
            </a:r>
          </a:p>
          <a:p>
            <a:r>
              <a:rPr lang="en-GB" dirty="0"/>
              <a:t>What are we working with?</a:t>
            </a:r>
          </a:p>
          <a:p>
            <a:pPr lvl="1"/>
            <a:r>
              <a:rPr lang="en-GB" dirty="0"/>
              <a:t>Ga </a:t>
            </a:r>
            <a:r>
              <a:rPr lang="en-GB" dirty="0" err="1"/>
              <a:t>naar</a:t>
            </a:r>
            <a:r>
              <a:rPr lang="en-GB" dirty="0"/>
              <a:t>: </a:t>
            </a:r>
            <a:r>
              <a:rPr lang="en-GB" dirty="0">
                <a:hlinkClick r:id="rId2"/>
              </a:rPr>
              <a:t>python-tb.nl/class/week07/week07_summary.html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Download de dataset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pak</a:t>
            </a:r>
            <a:r>
              <a:rPr lang="en-GB" dirty="0"/>
              <a:t> de map </a:t>
            </a:r>
            <a:r>
              <a:rPr lang="en-GB" dirty="0" err="1"/>
              <a:t>uit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Open </a:t>
            </a:r>
            <a:r>
              <a:rPr lang="en-GB" dirty="0" err="1"/>
              <a:t>één</a:t>
            </a:r>
            <a:r>
              <a:rPr lang="en-GB" dirty="0"/>
              <a:t> van de </a:t>
            </a:r>
            <a:r>
              <a:rPr lang="en-GB" dirty="0" err="1"/>
              <a:t>bestanden</a:t>
            </a:r>
            <a:r>
              <a:rPr lang="en-GB" dirty="0"/>
              <a:t>.</a:t>
            </a:r>
          </a:p>
          <a:p>
            <a:r>
              <a:rPr lang="en-GB" dirty="0"/>
              <a:t>Met de </a:t>
            </a:r>
            <a:r>
              <a:rPr lang="en-GB" dirty="0" err="1"/>
              <a:t>eindopdracht</a:t>
            </a:r>
            <a:r>
              <a:rPr lang="en-GB" dirty="0"/>
              <a:t> in </a:t>
            </a:r>
            <a:r>
              <a:rPr lang="en-GB" dirty="0" err="1"/>
              <a:t>gedachte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Wat </a:t>
            </a:r>
            <a:r>
              <a:rPr lang="en-GB" dirty="0" err="1"/>
              <a:t>zou</a:t>
            </a:r>
            <a:r>
              <a:rPr lang="en-GB" dirty="0"/>
              <a:t> je </a:t>
            </a:r>
            <a:r>
              <a:rPr lang="en-GB" dirty="0" err="1"/>
              <a:t>kunnen</a:t>
            </a:r>
            <a:r>
              <a:rPr lang="en-GB" dirty="0"/>
              <a:t> </a:t>
            </a:r>
            <a:r>
              <a:rPr lang="en-GB" dirty="0" err="1"/>
              <a:t>visualiseren</a:t>
            </a:r>
            <a:r>
              <a:rPr lang="en-GB" dirty="0"/>
              <a:t>? Maak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lijst</a:t>
            </a:r>
            <a:r>
              <a:rPr lang="en-GB" dirty="0"/>
              <a:t>!</a:t>
            </a:r>
          </a:p>
          <a:p>
            <a:pPr lvl="1"/>
            <a:r>
              <a:rPr lang="en-GB" dirty="0"/>
              <a:t>Hoe </a:t>
            </a:r>
            <a:r>
              <a:rPr lang="en-GB" dirty="0" err="1"/>
              <a:t>staan</a:t>
            </a:r>
            <a:r>
              <a:rPr lang="en-GB" dirty="0"/>
              <a:t> </a:t>
            </a:r>
            <a:r>
              <a:rPr lang="en-GB" dirty="0" err="1"/>
              <a:t>verschillende</a:t>
            </a:r>
            <a:r>
              <a:rPr lang="en-GB" dirty="0"/>
              <a:t> </a:t>
            </a:r>
            <a:r>
              <a:rPr lang="en-GB" dirty="0" err="1"/>
              <a:t>onderdelen</a:t>
            </a:r>
            <a:r>
              <a:rPr lang="en-GB" dirty="0"/>
              <a:t> van de dataset met </a:t>
            </a:r>
            <a:r>
              <a:rPr lang="en-GB" dirty="0" err="1"/>
              <a:t>elkaar</a:t>
            </a:r>
            <a:r>
              <a:rPr lang="en-GB" dirty="0"/>
              <a:t> in </a:t>
            </a:r>
            <a:r>
              <a:rPr lang="en-GB" dirty="0" err="1"/>
              <a:t>verhouding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Welk(e) </a:t>
            </a:r>
            <a:r>
              <a:rPr lang="en-GB" dirty="0" err="1"/>
              <a:t>onderwerp</a:t>
            </a:r>
            <a:r>
              <a:rPr lang="en-GB" dirty="0"/>
              <a:t>(</a:t>
            </a:r>
            <a:r>
              <a:rPr lang="en-GB" dirty="0" err="1"/>
              <a:t>en</a:t>
            </a:r>
            <a:r>
              <a:rPr lang="en-GB" dirty="0"/>
              <a:t>) </a:t>
            </a:r>
            <a:r>
              <a:rPr lang="en-GB" dirty="0" err="1"/>
              <a:t>willen</a:t>
            </a:r>
            <a:r>
              <a:rPr lang="en-GB" dirty="0"/>
              <a:t> </a:t>
            </a:r>
            <a:r>
              <a:rPr lang="en-GB" dirty="0" err="1"/>
              <a:t>jullie</a:t>
            </a:r>
            <a:r>
              <a:rPr lang="en-GB" dirty="0"/>
              <a:t> </a:t>
            </a:r>
            <a:r>
              <a:rPr lang="en-GB" dirty="0" err="1"/>
              <a:t>gaan</a:t>
            </a:r>
            <a:r>
              <a:rPr lang="en-GB" dirty="0"/>
              <a:t> </a:t>
            </a:r>
            <a:r>
              <a:rPr lang="en-GB" dirty="0" err="1"/>
              <a:t>onderzoeken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Wat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visualisaties</a:t>
            </a:r>
            <a:r>
              <a:rPr lang="en-GB" dirty="0"/>
              <a:t> </a:t>
            </a:r>
            <a:r>
              <a:rPr lang="en-GB" dirty="0" err="1"/>
              <a:t>passen</a:t>
            </a:r>
            <a:r>
              <a:rPr lang="en-GB" dirty="0"/>
              <a:t> </a:t>
            </a:r>
            <a:r>
              <a:rPr lang="en-GB" dirty="0" err="1"/>
              <a:t>hierbij</a:t>
            </a:r>
            <a:r>
              <a:rPr lang="en-GB" dirty="0"/>
              <a:t>?</a:t>
            </a:r>
          </a:p>
          <a:p>
            <a:r>
              <a:rPr lang="en-GB" dirty="0"/>
              <a:t>Korte </a:t>
            </a:r>
            <a:r>
              <a:rPr lang="en-GB" dirty="0" err="1"/>
              <a:t>presentatie</a:t>
            </a:r>
            <a:r>
              <a:rPr lang="en-GB" dirty="0"/>
              <a:t> per </a:t>
            </a:r>
            <a:r>
              <a:rPr lang="en-GB" dirty="0" err="1"/>
              <a:t>groep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20 min.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38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F71AD-4650-634F-10D6-C7E34197F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49DA589-7B52-40A3-31FA-2A347FC5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88A8A2F-FA06-2BCA-FD96-2A8D6482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E1AF26-66CC-829E-04B8-963CCA63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11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223072E-815B-5D84-015D-59A2DD36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 </a:t>
            </a:r>
            <a:r>
              <a:rPr lang="en-GB" dirty="0" err="1"/>
              <a:t>eindopdracht</a:t>
            </a:r>
            <a:r>
              <a:rPr lang="en-GB" dirty="0"/>
              <a:t> – </a:t>
            </a:r>
            <a:r>
              <a:rPr lang="en-GB" dirty="0" err="1"/>
              <a:t>Literatuur</a:t>
            </a:r>
            <a:endParaRPr lang="en-GB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DB83792-88E2-F903-7782-9B2C9BFCC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9047"/>
          </a:xfrm>
        </p:spPr>
        <p:txBody>
          <a:bodyPr/>
          <a:lstStyle/>
          <a:p>
            <a:r>
              <a:rPr lang="en-GB" dirty="0" err="1"/>
              <a:t>Gegeven</a:t>
            </a:r>
            <a:r>
              <a:rPr lang="en-GB" dirty="0"/>
              <a:t> </a:t>
            </a:r>
            <a:r>
              <a:rPr lang="en-GB" dirty="0" err="1"/>
              <a:t>jullie</a:t>
            </a:r>
            <a:r>
              <a:rPr lang="en-GB" dirty="0"/>
              <a:t> </a:t>
            </a:r>
            <a:r>
              <a:rPr lang="en-GB" dirty="0" err="1"/>
              <a:t>onderwerpen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Welke </a:t>
            </a:r>
            <a:r>
              <a:rPr lang="en-GB" dirty="0" err="1"/>
              <a:t>literatuur</a:t>
            </a:r>
            <a:r>
              <a:rPr lang="en-GB" dirty="0"/>
              <a:t> is relevant?</a:t>
            </a:r>
          </a:p>
          <a:p>
            <a:pPr lvl="1"/>
            <a:r>
              <a:rPr lang="en-GB" dirty="0"/>
              <a:t>Welke </a:t>
            </a:r>
            <a:r>
              <a:rPr lang="en-GB" dirty="0" err="1"/>
              <a:t>cijfers</a:t>
            </a:r>
            <a:r>
              <a:rPr lang="en-GB" dirty="0"/>
              <a:t> </a:t>
            </a:r>
            <a:r>
              <a:rPr lang="en-GB" dirty="0" err="1"/>
              <a:t>zijn</a:t>
            </a:r>
            <a:r>
              <a:rPr lang="en-GB" dirty="0"/>
              <a:t> al </a:t>
            </a:r>
            <a:r>
              <a:rPr lang="en-GB" dirty="0" err="1"/>
              <a:t>bekend</a:t>
            </a:r>
            <a:r>
              <a:rPr lang="en-GB" dirty="0"/>
              <a:t> </a:t>
            </a:r>
            <a:r>
              <a:rPr lang="en-GB" dirty="0" err="1"/>
              <a:t>uit</a:t>
            </a:r>
            <a:r>
              <a:rPr lang="en-GB" dirty="0"/>
              <a:t>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bronnen</a:t>
            </a:r>
            <a:r>
              <a:rPr lang="en-GB" dirty="0"/>
              <a:t>?</a:t>
            </a:r>
          </a:p>
          <a:p>
            <a:pPr lvl="1"/>
            <a:r>
              <a:rPr lang="en-GB" dirty="0"/>
              <a:t>Wat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adviezen</a:t>
            </a:r>
            <a:r>
              <a:rPr lang="en-GB" dirty="0"/>
              <a:t> </a:t>
            </a:r>
            <a:r>
              <a:rPr lang="en-GB" dirty="0" err="1"/>
              <a:t>zijn</a:t>
            </a:r>
            <a:r>
              <a:rPr lang="en-GB" dirty="0"/>
              <a:t> er op </a:t>
            </a:r>
            <a:r>
              <a:rPr lang="en-GB" dirty="0" err="1"/>
              <a:t>dit</a:t>
            </a:r>
            <a:r>
              <a:rPr lang="en-GB" dirty="0"/>
              <a:t> </a:t>
            </a:r>
            <a:r>
              <a:rPr lang="en-GB" dirty="0" err="1"/>
              <a:t>gebied</a:t>
            </a:r>
            <a:r>
              <a:rPr lang="en-GB" dirty="0"/>
              <a:t> al </a:t>
            </a:r>
            <a:r>
              <a:rPr lang="en-GB" dirty="0" err="1"/>
              <a:t>eerder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de </a:t>
            </a:r>
            <a:r>
              <a:rPr lang="en-GB" dirty="0" err="1"/>
              <a:t>overheid</a:t>
            </a:r>
            <a:r>
              <a:rPr lang="en-GB" dirty="0"/>
              <a:t> </a:t>
            </a:r>
            <a:r>
              <a:rPr lang="en-GB" dirty="0" err="1"/>
              <a:t>gegeven</a:t>
            </a:r>
            <a:r>
              <a:rPr lang="en-GB" dirty="0"/>
              <a:t>?</a:t>
            </a:r>
          </a:p>
          <a:p>
            <a:r>
              <a:rPr lang="en-GB" dirty="0"/>
              <a:t>Na 20 min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terugkoppeling</a:t>
            </a:r>
            <a:r>
              <a:rPr lang="en-GB" dirty="0"/>
              <a:t> per </a:t>
            </a:r>
            <a:r>
              <a:rPr lang="en-GB" dirty="0" err="1"/>
              <a:t>groep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5980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B8066-E111-9064-5AE7-F22D8BCB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66539F5-CC65-BE5E-11FA-B826A1ED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CE9FC-C9DD-4C47-80D7-5019C090391E}" type="datetime1">
              <a:rPr lang="nl-NL" smtClean="0"/>
              <a:t>9-12-2025</a:t>
            </a:fld>
            <a:endParaRPr lang="en-GB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D54C046-7F5E-8285-947B-8BBF01E37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Datageletterdheid</a:t>
            </a:r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E1ABA91-B554-4B80-8EE9-639310A8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9D0BA-D606-4546-9748-B07575EFE9B6}" type="slidenum">
              <a:rPr lang="en-GB" smtClean="0"/>
              <a:t>12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122C835-3F8C-5934-AA98-D35E8698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 </a:t>
            </a:r>
            <a:r>
              <a:rPr lang="en-GB" dirty="0" err="1"/>
              <a:t>eindopdracht</a:t>
            </a:r>
            <a:r>
              <a:rPr lang="en-GB" dirty="0"/>
              <a:t> – Het </a:t>
            </a:r>
            <a:r>
              <a:rPr lang="en-GB" dirty="0" err="1"/>
              <a:t>voorbeeld</a:t>
            </a:r>
            <a:endParaRPr lang="en-GB" dirty="0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BBC823C-B647-CC22-88A9-9A7E2E270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9047"/>
          </a:xfrm>
        </p:spPr>
        <p:txBody>
          <a:bodyPr>
            <a:normAutofit/>
          </a:bodyPr>
          <a:lstStyle/>
          <a:p>
            <a:r>
              <a:rPr lang="en-GB" dirty="0"/>
              <a:t>Ga </a:t>
            </a:r>
            <a:r>
              <a:rPr lang="en-GB" dirty="0" err="1"/>
              <a:t>naar</a:t>
            </a:r>
            <a:r>
              <a:rPr lang="en-GB" dirty="0"/>
              <a:t>: </a:t>
            </a:r>
            <a:r>
              <a:rPr lang="en-GB" dirty="0">
                <a:hlinkClick r:id="rId2"/>
              </a:rPr>
              <a:t>python-tb.nl/class/week07/week07_summary.html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Lees de </a:t>
            </a:r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probeer</a:t>
            </a:r>
            <a:r>
              <a:rPr lang="en-GB" dirty="0"/>
              <a:t> het </a:t>
            </a:r>
            <a:r>
              <a:rPr lang="en-GB" dirty="0" err="1"/>
              <a:t>voorbeeld</a:t>
            </a:r>
            <a:r>
              <a:rPr lang="en-GB" dirty="0"/>
              <a:t> </a:t>
            </a:r>
            <a:r>
              <a:rPr lang="en-GB" dirty="0" err="1"/>
              <a:t>werkende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krijgen</a:t>
            </a:r>
            <a:r>
              <a:rPr lang="en-GB" dirty="0"/>
              <a:t>.</a:t>
            </a:r>
          </a:p>
          <a:p>
            <a:r>
              <a:rPr lang="en-GB" dirty="0" err="1"/>
              <a:t>Schrijf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introductie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jullie</a:t>
            </a:r>
            <a:r>
              <a:rPr lang="en-GB" dirty="0"/>
              <a:t> </a:t>
            </a:r>
            <a:r>
              <a:rPr lang="en-GB" dirty="0" err="1"/>
              <a:t>eindopdracht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Hier is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vinden</a:t>
            </a:r>
            <a:r>
              <a:rPr lang="en-GB" dirty="0"/>
              <a:t> hoe je </a:t>
            </a:r>
            <a:r>
              <a:rPr lang="en-GB" dirty="0" err="1"/>
              <a:t>tekst</a:t>
            </a:r>
            <a:r>
              <a:rPr lang="en-GB" dirty="0"/>
              <a:t> </a:t>
            </a:r>
            <a:r>
              <a:rPr lang="en-GB" dirty="0" err="1"/>
              <a:t>kunt</a:t>
            </a:r>
            <a:r>
              <a:rPr lang="en-GB" dirty="0"/>
              <a:t> </a:t>
            </a:r>
            <a:r>
              <a:rPr lang="en-GB" dirty="0" err="1"/>
              <a:t>toevoegen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Colab-bestand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>
                <a:hlinkClick r:id="rId3"/>
              </a:rPr>
              <a:t>colab.research.google.com/notebooks/</a:t>
            </a:r>
            <a:r>
              <a:rPr lang="en-GB" dirty="0" err="1">
                <a:hlinkClick r:id="rId3"/>
              </a:rPr>
              <a:t>markdown_guide.ipynb</a:t>
            </a:r>
            <a:endParaRPr lang="en-GB" dirty="0"/>
          </a:p>
          <a:p>
            <a:r>
              <a:rPr lang="en-GB" dirty="0"/>
              <a:t>Na 20 min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terugkoppeling</a:t>
            </a:r>
            <a:r>
              <a:rPr lang="en-GB" dirty="0"/>
              <a:t> per </a:t>
            </a:r>
            <a:r>
              <a:rPr lang="en-GB" dirty="0" err="1"/>
              <a:t>groep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2298625"/>
      </p:ext>
    </p:extLst>
  </p:cSld>
  <p:clrMapOvr>
    <a:masterClrMapping/>
  </p:clrMapOvr>
</p:sld>
</file>

<file path=ppt/theme/theme1.xml><?xml version="1.0" encoding="utf-8"?>
<a:theme xmlns:a="http://schemas.openxmlformats.org/drawingml/2006/main" name="1 - Hanze Hogeschool">
  <a:themeElements>
    <a:clrScheme name="Hanze Hogeschool">
      <a:dk1>
        <a:srgbClr val="000000"/>
      </a:dk1>
      <a:lt1>
        <a:srgbClr val="FFFFFF"/>
      </a:lt1>
      <a:dk2>
        <a:srgbClr val="CF7B00"/>
      </a:dk2>
      <a:lt2>
        <a:srgbClr val="3E3E41"/>
      </a:lt2>
      <a:accent1>
        <a:srgbClr val="FEFFFF"/>
      </a:accent1>
      <a:accent2>
        <a:srgbClr val="FEFFFF"/>
      </a:accent2>
      <a:accent3>
        <a:srgbClr val="FE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D07C00"/>
      </a:hlink>
      <a:folHlink>
        <a:srgbClr val="3E3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ZE PowerPoint.pptx" id="{632D946B-193E-488C-B27B-0C769319541F}" vid="{4A97E1B2-3CCE-43AA-A955-1C857C721A9B}"/>
    </a:ext>
  </a:extLst>
</a:theme>
</file>

<file path=ppt/theme/theme2.xml><?xml version="1.0" encoding="utf-8"?>
<a:theme xmlns:a="http://schemas.openxmlformats.org/drawingml/2006/main" name="2 - Vervolg">
  <a:themeElements>
    <a:clrScheme name="Hanze Hogeschool">
      <a:dk1>
        <a:srgbClr val="000000"/>
      </a:dk1>
      <a:lt1>
        <a:srgbClr val="FFFFFF"/>
      </a:lt1>
      <a:dk2>
        <a:srgbClr val="CF7B00"/>
      </a:dk2>
      <a:lt2>
        <a:srgbClr val="3E3E41"/>
      </a:lt2>
      <a:accent1>
        <a:srgbClr val="FEFFFF"/>
      </a:accent1>
      <a:accent2>
        <a:srgbClr val="FEFFFF"/>
      </a:accent2>
      <a:accent3>
        <a:srgbClr val="FE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D07C00"/>
      </a:hlink>
      <a:folHlink>
        <a:srgbClr val="3E3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ZE PowerPoint.pptx" id="{632D946B-193E-488C-B27B-0C769319541F}" vid="{44530CF1-DBED-4835-BAF5-22DD53B1B439}"/>
    </a:ext>
  </a:extLst>
</a:theme>
</file>

<file path=ppt/theme/theme3.xml><?xml version="1.0" encoding="utf-8"?>
<a:theme xmlns:a="http://schemas.openxmlformats.org/drawingml/2006/main" name="3 - Vervolg met beeld en tekst">
  <a:themeElements>
    <a:clrScheme name="Hanze Hogeschool">
      <a:dk1>
        <a:srgbClr val="000000"/>
      </a:dk1>
      <a:lt1>
        <a:srgbClr val="FFFFFF"/>
      </a:lt1>
      <a:dk2>
        <a:srgbClr val="CF7B00"/>
      </a:dk2>
      <a:lt2>
        <a:srgbClr val="3E3E41"/>
      </a:lt2>
      <a:accent1>
        <a:srgbClr val="FEFFFF"/>
      </a:accent1>
      <a:accent2>
        <a:srgbClr val="FEFFFF"/>
      </a:accent2>
      <a:accent3>
        <a:srgbClr val="FE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D07C00"/>
      </a:hlink>
      <a:folHlink>
        <a:srgbClr val="3E3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ZE PowerPoint.pptx" id="{632D946B-193E-488C-B27B-0C769319541F}" vid="{36EF535A-A7DE-44A4-B54A-5029AD2A5691}"/>
    </a:ext>
  </a:extLst>
</a:theme>
</file>

<file path=ppt/theme/theme4.xml><?xml version="1.0" encoding="utf-8"?>
<a:theme xmlns:a="http://schemas.openxmlformats.org/drawingml/2006/main" name="4 - Vervolg met beeld en tekst">
  <a:themeElements>
    <a:clrScheme name="Hanze Hogeschool">
      <a:dk1>
        <a:srgbClr val="000000"/>
      </a:dk1>
      <a:lt1>
        <a:srgbClr val="FFFFFF"/>
      </a:lt1>
      <a:dk2>
        <a:srgbClr val="CF7B00"/>
      </a:dk2>
      <a:lt2>
        <a:srgbClr val="3E3E41"/>
      </a:lt2>
      <a:accent1>
        <a:srgbClr val="FEFFFF"/>
      </a:accent1>
      <a:accent2>
        <a:srgbClr val="FEFFFF"/>
      </a:accent2>
      <a:accent3>
        <a:srgbClr val="FE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D07C00"/>
      </a:hlink>
      <a:folHlink>
        <a:srgbClr val="3E3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ZE PowerPoint.pptx" id="{632D946B-193E-488C-B27B-0C769319541F}" vid="{6F7C749C-E8A5-402C-8396-0D0977FD6FAF}"/>
    </a:ext>
  </a:extLst>
</a:theme>
</file>

<file path=ppt/theme/theme5.xml><?xml version="1.0" encoding="utf-8"?>
<a:theme xmlns:a="http://schemas.openxmlformats.org/drawingml/2006/main" name="5 - Tussen slide">
  <a:themeElements>
    <a:clrScheme name="Hanze Hogeschool">
      <a:dk1>
        <a:srgbClr val="000000"/>
      </a:dk1>
      <a:lt1>
        <a:srgbClr val="FFFFFF"/>
      </a:lt1>
      <a:dk2>
        <a:srgbClr val="CF7B00"/>
      </a:dk2>
      <a:lt2>
        <a:srgbClr val="3E3E41"/>
      </a:lt2>
      <a:accent1>
        <a:srgbClr val="FEFFFF"/>
      </a:accent1>
      <a:accent2>
        <a:srgbClr val="FEFFFF"/>
      </a:accent2>
      <a:accent3>
        <a:srgbClr val="FE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D07C00"/>
      </a:hlink>
      <a:folHlink>
        <a:srgbClr val="3E3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ZE PowerPoint.pptx" id="{632D946B-193E-488C-B27B-0C769319541F}" vid="{204B78C3-6EEB-41A1-A93A-9D34D790168D}"/>
    </a:ext>
  </a:extLst>
</a:theme>
</file>

<file path=ppt/theme/theme6.xml><?xml version="1.0" encoding="utf-8"?>
<a:theme xmlns:a="http://schemas.openxmlformats.org/drawingml/2006/main" name="6 - Inhoud">
  <a:themeElements>
    <a:clrScheme name="Hanze Hogeschool">
      <a:dk1>
        <a:srgbClr val="000000"/>
      </a:dk1>
      <a:lt1>
        <a:srgbClr val="FFFFFF"/>
      </a:lt1>
      <a:dk2>
        <a:srgbClr val="CF7B00"/>
      </a:dk2>
      <a:lt2>
        <a:srgbClr val="3E3E41"/>
      </a:lt2>
      <a:accent1>
        <a:srgbClr val="FEFFFF"/>
      </a:accent1>
      <a:accent2>
        <a:srgbClr val="FEFFFF"/>
      </a:accent2>
      <a:accent3>
        <a:srgbClr val="FE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D07C00"/>
      </a:hlink>
      <a:folHlink>
        <a:srgbClr val="3E3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ZE PowerPoint.pptx" id="{632D946B-193E-488C-B27B-0C769319541F}" vid="{7E764241-78AC-482C-A533-70B65922D59B}"/>
    </a:ext>
  </a:extLst>
</a:theme>
</file>

<file path=ppt/theme/theme7.xml><?xml version="1.0" encoding="utf-8"?>
<a:theme xmlns:a="http://schemas.openxmlformats.org/drawingml/2006/main" name="7 - Tekst en beeld">
  <a:themeElements>
    <a:clrScheme name="Hanze Hogeschool">
      <a:dk1>
        <a:srgbClr val="000000"/>
      </a:dk1>
      <a:lt1>
        <a:srgbClr val="FFFFFF"/>
      </a:lt1>
      <a:dk2>
        <a:srgbClr val="CF7B00"/>
      </a:dk2>
      <a:lt2>
        <a:srgbClr val="3E3E41"/>
      </a:lt2>
      <a:accent1>
        <a:srgbClr val="FEFFFF"/>
      </a:accent1>
      <a:accent2>
        <a:srgbClr val="FEFFFF"/>
      </a:accent2>
      <a:accent3>
        <a:srgbClr val="FE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D07C00"/>
      </a:hlink>
      <a:folHlink>
        <a:srgbClr val="3E3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ZE PowerPoint.pptx" id="{632D946B-193E-488C-B27B-0C769319541F}" vid="{9BD18696-817E-497D-9B71-E9519D99794F}"/>
    </a:ext>
  </a:extLst>
</a:theme>
</file>

<file path=ppt/theme/theme8.xml><?xml version="1.0" encoding="utf-8"?>
<a:theme xmlns:a="http://schemas.openxmlformats.org/drawingml/2006/main" name="8 - Afsluiter">
  <a:themeElements>
    <a:clrScheme name="Hanze Hogeschool">
      <a:dk1>
        <a:srgbClr val="000000"/>
      </a:dk1>
      <a:lt1>
        <a:srgbClr val="FFFFFF"/>
      </a:lt1>
      <a:dk2>
        <a:srgbClr val="CF7B00"/>
      </a:dk2>
      <a:lt2>
        <a:srgbClr val="3E3E41"/>
      </a:lt2>
      <a:accent1>
        <a:srgbClr val="FEFFFF"/>
      </a:accent1>
      <a:accent2>
        <a:srgbClr val="FEFFFF"/>
      </a:accent2>
      <a:accent3>
        <a:srgbClr val="FEFFFF"/>
      </a:accent3>
      <a:accent4>
        <a:srgbClr val="FEFFFF"/>
      </a:accent4>
      <a:accent5>
        <a:srgbClr val="FEFFFF"/>
      </a:accent5>
      <a:accent6>
        <a:srgbClr val="FEFFFF"/>
      </a:accent6>
      <a:hlink>
        <a:srgbClr val="D07C00"/>
      </a:hlink>
      <a:folHlink>
        <a:srgbClr val="3E3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ZE PowerPoint.pptx" id="{632D946B-193E-488C-B27B-0C769319541F}" vid="{C41EE3B2-6433-4A60-9E15-6E16443F7296}"/>
    </a:ext>
  </a:extLst>
</a:theme>
</file>

<file path=ppt/theme/theme9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3AEE075B114C4887087DB3E8F9B55F" ma:contentTypeVersion="13" ma:contentTypeDescription="Een nieuw document maken." ma:contentTypeScope="" ma:versionID="b5baf8fcd546ac25875f7476d735fa59">
  <xsd:schema xmlns:xsd="http://www.w3.org/2001/XMLSchema" xmlns:xs="http://www.w3.org/2001/XMLSchema" xmlns:p="http://schemas.microsoft.com/office/2006/metadata/properties" xmlns:ns2="85cbf34a-dfb4-420a-bb1b-4bc96c9b951a" xmlns:ns3="d45c63aa-09b5-4749-8f1a-326fb99f9e68" targetNamespace="http://schemas.microsoft.com/office/2006/metadata/properties" ma:root="true" ma:fieldsID="8b42a172ebce5d56d40dc9cec2fca154" ns2:_="" ns3:_="">
    <xsd:import namespace="85cbf34a-dfb4-420a-bb1b-4bc96c9b951a"/>
    <xsd:import namespace="d45c63aa-09b5-4749-8f1a-326fb99f9e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cbf34a-dfb4-420a-bb1b-4bc96c9b95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c63aa-09b5-4749-8f1a-326fb99f9e6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C70BE0-E217-43D1-879A-79D4B5ACB04F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d45c63aa-09b5-4749-8f1a-326fb99f9e68"/>
    <ds:schemaRef ds:uri="85cbf34a-dfb4-420a-bb1b-4bc96c9b951a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92E5739-8AAC-4082-9EF5-E8CEF824AC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13F80-9CBD-43CE-B667-7FB148C87E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cbf34a-dfb4-420a-bb1b-4bc96c9b951a"/>
    <ds:schemaRef ds:uri="d45c63aa-09b5-4749-8f1a-326fb99f9e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HANZE PowerPoint</Template>
  <TotalTime>2094</TotalTime>
  <Words>322</Words>
  <Application>Microsoft Office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</vt:lpstr>
      <vt:lpstr>Courier New</vt:lpstr>
      <vt:lpstr>1 - Hanze Hogeschool</vt:lpstr>
      <vt:lpstr>2 - Vervolg</vt:lpstr>
      <vt:lpstr>3 - Vervolg met beeld en tekst</vt:lpstr>
      <vt:lpstr>4 - Vervolg met beeld en tekst</vt:lpstr>
      <vt:lpstr>5 - Tussen slide</vt:lpstr>
      <vt:lpstr>6 - Inhoud</vt:lpstr>
      <vt:lpstr>7 - Tekst en beeld</vt:lpstr>
      <vt:lpstr>8 - Afsluiter</vt:lpstr>
      <vt:lpstr>PowerPoint Presentation</vt:lpstr>
      <vt:lpstr>Inhoud</vt:lpstr>
      <vt:lpstr>Vraag 1</vt:lpstr>
      <vt:lpstr>Vraag 1</vt:lpstr>
      <vt:lpstr>Vraag 2</vt:lpstr>
      <vt:lpstr>Vraag 2</vt:lpstr>
      <vt:lpstr>Werkwijze</vt:lpstr>
      <vt:lpstr>Werkwijze</vt:lpstr>
      <vt:lpstr>Werkwijze</vt:lpstr>
      <vt:lpstr>De eindopdracht - visualisaties</vt:lpstr>
      <vt:lpstr>De eindopdracht – Literatuur</vt:lpstr>
      <vt:lpstr>De eindopdracht – Het voorbeeld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Thüss RM, Remi</dc:creator>
  <cp:lastModifiedBy>Thüss RM, Remi</cp:lastModifiedBy>
  <cp:revision>25</cp:revision>
  <dcterms:created xsi:type="dcterms:W3CDTF">2023-03-27T13:30:30Z</dcterms:created>
  <dcterms:modified xsi:type="dcterms:W3CDTF">2025-12-09T09:14:48Z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5dc6714-9f23-4030-b547-8c94b19e0b7a_Enabled">
    <vt:lpwstr>true</vt:lpwstr>
  </property>
  <property fmtid="{D5CDD505-2E9C-101B-9397-08002B2CF9AE}" pid="3" name="MSIP_Label_f5dc6714-9f23-4030-b547-8c94b19e0b7a_SetDate">
    <vt:lpwstr>2022-01-24T07:34:03Z</vt:lpwstr>
  </property>
  <property fmtid="{D5CDD505-2E9C-101B-9397-08002B2CF9AE}" pid="4" name="MSIP_Label_f5dc6714-9f23-4030-b547-8c94b19e0b7a_Method">
    <vt:lpwstr>Standard</vt:lpwstr>
  </property>
  <property fmtid="{D5CDD505-2E9C-101B-9397-08002B2CF9AE}" pid="5" name="MSIP_Label_f5dc6714-9f23-4030-b547-8c94b19e0b7a_Name">
    <vt:lpwstr>Internal Information (R3)</vt:lpwstr>
  </property>
  <property fmtid="{D5CDD505-2E9C-101B-9397-08002B2CF9AE}" pid="6" name="MSIP_Label_f5dc6714-9f23-4030-b547-8c94b19e0b7a_SiteId">
    <vt:lpwstr>acbd4e6b-e845-4677-853c-a8d24faf3655</vt:lpwstr>
  </property>
  <property fmtid="{D5CDD505-2E9C-101B-9397-08002B2CF9AE}" pid="7" name="MSIP_Label_f5dc6714-9f23-4030-b547-8c94b19e0b7a_ActionId">
    <vt:lpwstr>f610f598-aa15-4259-9b57-3457ec38917a</vt:lpwstr>
  </property>
  <property fmtid="{D5CDD505-2E9C-101B-9397-08002B2CF9AE}" pid="8" name="MSIP_Label_f5dc6714-9f23-4030-b547-8c94b19e0b7a_ContentBits">
    <vt:lpwstr>0</vt:lpwstr>
  </property>
  <property fmtid="{D5CDD505-2E9C-101B-9397-08002B2CF9AE}" pid="9" name="ContentTypeId">
    <vt:lpwstr>0x010100EE3AEE075B114C4887087DB3E8F9B55F</vt:lpwstr>
  </property>
</Properties>
</file>